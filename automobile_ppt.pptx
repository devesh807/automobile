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52" r:id="rId1"/>
  </p:sldMasterIdLst>
  <p:notesMasterIdLst>
    <p:notesMasterId r:id="rId20"/>
  </p:notesMasterIdLst>
  <p:handoutMasterIdLst>
    <p:handoutMasterId r:id="rId21"/>
  </p:handoutMasterIdLst>
  <p:sldIdLst>
    <p:sldId id="256" r:id="rId2"/>
    <p:sldId id="257" r:id="rId3"/>
    <p:sldId id="258" r:id="rId4"/>
    <p:sldId id="259" r:id="rId5"/>
    <p:sldId id="261" r:id="rId6"/>
    <p:sldId id="263" r:id="rId7"/>
    <p:sldId id="264" r:id="rId8"/>
    <p:sldId id="268" r:id="rId9"/>
    <p:sldId id="272" r:id="rId10"/>
    <p:sldId id="273" r:id="rId11"/>
    <p:sldId id="274" r:id="rId12"/>
    <p:sldId id="277" r:id="rId13"/>
    <p:sldId id="278" r:id="rId14"/>
    <p:sldId id="279" r:id="rId15"/>
    <p:sldId id="283" r:id="rId16"/>
    <p:sldId id="284" r:id="rId17"/>
    <p:sldId id="285" r:id="rId18"/>
    <p:sldId id="286" r:id="rId1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 xmlns:p14="http://schemas.microsoft.com/office/powerpoint/2010/main" val="0"/>
    </p:ext>
    <p:ext uri="{D31A062A-798A-4329-ABDD-BBA856620510}">
      <p14:defaultImageDpi xmlns=""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107" autoAdjust="0"/>
    <p:restoredTop sz="94624" autoAdjust="0"/>
  </p:normalViewPr>
  <p:slideViewPr>
    <p:cSldViewPr snapToGrid="0" snapToObjects="1">
      <p:cViewPr varScale="1">
        <p:scale>
          <a:sx n="64" d="100"/>
          <a:sy n="64" d="100"/>
        </p:scale>
        <p:origin x="-1356" y="-6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3C0B08D9-891E-4B91-9737-B4AAFA3C6154}" type="datetimeFigureOut">
              <a:rPr lang="en-US" smtClean="0"/>
              <a:pPr/>
              <a:t>12/1/2025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r>
              <a:rPr lang="en-US" smtClean="0"/>
              <a:t>1</a:t>
            </a:r>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06DA4077-A134-45AB-AF4D-04E1276647C3}" type="slidenum">
              <a:rPr lang="en-US" smtClean="0"/>
              <a:pPr/>
              <a:t>‹#›</a:t>
            </a:fld>
            <a:endParaRPr lang="en-US"/>
          </a:p>
        </p:txBody>
      </p:sp>
    </p:spTree>
  </p:cSld>
  <p:clrMap bg1="lt1" tx1="dk1" bg2="lt2" tx2="dk2" accent1="accent1" accent2="accent2" accent3="accent3" accent4="accent4" accent5="accent5" accent6="accent6" hlink="hlink" folHlink="folHlink"/>
  <p:hf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2DD6F3D-383A-4FCA-86A8-331997DBE07E}" type="datetimeFigureOut">
              <a:rPr lang="en-US" smtClean="0"/>
              <a:pPr/>
              <a:t>12/1/2025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r>
              <a:rPr lang="en-US" smtClean="0"/>
              <a:t>1</a:t>
            </a: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3066014-CE08-4302-8AD1-1A730F8CA6CC}" type="slidenum">
              <a:rPr lang="en-US" smtClean="0"/>
              <a:pPr/>
              <a:t>‹#›</a:t>
            </a:fld>
            <a:endParaRPr lang="en-US"/>
          </a:p>
        </p:txBody>
      </p:sp>
    </p:spTree>
  </p:cSld>
  <p:clrMap bg1="lt1" tx1="dk1" bg2="lt2" tx2="dk2" accent1="accent1" accent2="accent2" accent3="accent3" accent4="accent4" accent5="accent5" accent6="accent6" hlink="hlink" folHlink="folHlink"/>
  <p:hf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6" name="Slide Number Placeholder 5"/>
          <p:cNvSpPr>
            <a:spLocks noGrp="1"/>
          </p:cNvSpPr>
          <p:nvPr>
            <p:ph type="sldNum" sz="quarter" idx="10"/>
          </p:nvPr>
        </p:nvSpPr>
        <p:spPr/>
        <p:txBody>
          <a:bodyPr/>
          <a:lstStyle/>
          <a:p>
            <a:fld id="{63066014-CE08-4302-8AD1-1A730F8CA6CC}" type="slidenum">
              <a:rPr lang="en-US" smtClean="0"/>
              <a:pPr/>
              <a:t>1</a:t>
            </a:fld>
            <a:endParaRPr lang="en-US"/>
          </a:p>
        </p:txBody>
      </p:sp>
      <p:sp>
        <p:nvSpPr>
          <p:cNvPr id="7" name="Footer Placeholder 6"/>
          <p:cNvSpPr>
            <a:spLocks noGrp="1"/>
          </p:cNvSpPr>
          <p:nvPr>
            <p:ph type="ftr" sz="quarter" idx="11"/>
          </p:nvPr>
        </p:nvSpPr>
        <p:spPr/>
        <p:txBody>
          <a:bodyPr/>
          <a:lstStyle/>
          <a:p>
            <a:r>
              <a:rPr lang="en-US" smtClean="0"/>
              <a:t>1</a:t>
            </a:r>
            <a:endParaRPr lang="en-US"/>
          </a:p>
        </p:txBody>
      </p:sp>
      <p:sp>
        <p:nvSpPr>
          <p:cNvPr id="8" name="Header Placeholder 7"/>
          <p:cNvSpPr>
            <a:spLocks noGrp="1"/>
          </p:cNvSpPr>
          <p:nvPr>
            <p:ph type="hdr" sz="quarter" idx="12"/>
          </p:nvPr>
        </p:nvSpPr>
        <p:spPr/>
        <p:txBody>
          <a:bodyP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6" name="Slide Number Placeholder 5"/>
          <p:cNvSpPr>
            <a:spLocks noGrp="1"/>
          </p:cNvSpPr>
          <p:nvPr>
            <p:ph type="sldNum" sz="quarter" idx="10"/>
          </p:nvPr>
        </p:nvSpPr>
        <p:spPr/>
        <p:txBody>
          <a:bodyPr/>
          <a:lstStyle/>
          <a:p>
            <a:fld id="{63066014-CE08-4302-8AD1-1A730F8CA6CC}" type="slidenum">
              <a:rPr lang="en-US" smtClean="0"/>
              <a:pPr/>
              <a:t>2</a:t>
            </a:fld>
            <a:endParaRPr lang="en-US"/>
          </a:p>
        </p:txBody>
      </p:sp>
      <p:sp>
        <p:nvSpPr>
          <p:cNvPr id="7" name="Footer Placeholder 6"/>
          <p:cNvSpPr>
            <a:spLocks noGrp="1"/>
          </p:cNvSpPr>
          <p:nvPr>
            <p:ph type="ftr" sz="quarter" idx="11"/>
          </p:nvPr>
        </p:nvSpPr>
        <p:spPr/>
        <p:txBody>
          <a:bodyPr/>
          <a:lstStyle/>
          <a:p>
            <a:r>
              <a:rPr lang="en-US" smtClean="0"/>
              <a:t>1</a:t>
            </a:r>
            <a:endParaRPr lang="en-US"/>
          </a:p>
        </p:txBody>
      </p:sp>
      <p:sp>
        <p:nvSpPr>
          <p:cNvPr id="8" name="Header Placeholder 7"/>
          <p:cNvSpPr>
            <a:spLocks noGrp="1"/>
          </p:cNvSpPr>
          <p:nvPr>
            <p:ph type="hdr" sz="quarter" idx="12"/>
          </p:nvPr>
        </p:nvSpPr>
        <p:spPr/>
        <p:txBody>
          <a:bodyPr/>
          <a:lstStyle/>
          <a:p>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6" name="Slide Number Placeholder 5"/>
          <p:cNvSpPr>
            <a:spLocks noGrp="1"/>
          </p:cNvSpPr>
          <p:nvPr>
            <p:ph type="sldNum" sz="quarter" idx="10"/>
          </p:nvPr>
        </p:nvSpPr>
        <p:spPr/>
        <p:txBody>
          <a:bodyPr/>
          <a:lstStyle/>
          <a:p>
            <a:fld id="{63066014-CE08-4302-8AD1-1A730F8CA6CC}" type="slidenum">
              <a:rPr lang="en-US" smtClean="0"/>
              <a:pPr/>
              <a:t>4</a:t>
            </a:fld>
            <a:endParaRPr lang="en-US"/>
          </a:p>
        </p:txBody>
      </p:sp>
      <p:sp>
        <p:nvSpPr>
          <p:cNvPr id="7" name="Footer Placeholder 6"/>
          <p:cNvSpPr>
            <a:spLocks noGrp="1"/>
          </p:cNvSpPr>
          <p:nvPr>
            <p:ph type="ftr" sz="quarter" idx="11"/>
          </p:nvPr>
        </p:nvSpPr>
        <p:spPr/>
        <p:txBody>
          <a:bodyPr/>
          <a:lstStyle/>
          <a:p>
            <a:r>
              <a:rPr lang="en-US" smtClean="0"/>
              <a:t>1</a:t>
            </a:r>
            <a:endParaRPr lang="en-US"/>
          </a:p>
        </p:txBody>
      </p:sp>
      <p:sp>
        <p:nvSpPr>
          <p:cNvPr id="8" name="Header Placeholder 7"/>
          <p:cNvSpPr>
            <a:spLocks noGrp="1"/>
          </p:cNvSpPr>
          <p:nvPr>
            <p:ph type="hdr" sz="quarter" idx="12"/>
          </p:nvPr>
        </p:nvSpPr>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2"/>
      </p:bgRef>
    </p:bg>
    <p:spTree>
      <p:nvGrpSpPr>
        <p:cNvPr id="1" name=""/>
        <p:cNvGrpSpPr/>
        <p:nvPr/>
      </p:nvGrpSpPr>
      <p:grpSpPr>
        <a:xfrm>
          <a:off x="0" y="0"/>
          <a:ext cx="0" cy="0"/>
          <a:chOff x="0" y="0"/>
          <a:chExt cx="0" cy="0"/>
        </a:xfrm>
      </p:grpSpPr>
      <p:sp>
        <p:nvSpPr>
          <p:cNvPr id="15" name="Rectangle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8991600" y="3048"/>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25146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Subtitle 8"/>
          <p:cNvSpPr>
            <a:spLocks noGrp="1"/>
          </p:cNvSpPr>
          <p:nvPr>
            <p:ph type="subTitle" idx="1"/>
          </p:nvPr>
        </p:nvSpPr>
        <p:spPr>
          <a:xfrm>
            <a:off x="1371600" y="2819400"/>
            <a:ext cx="6400800" cy="1752600"/>
          </a:xfrm>
        </p:spPr>
        <p:txBody>
          <a:bodyPr/>
          <a:lstStyle>
            <a:lvl1pPr marL="0" indent="0" algn="ctr">
              <a:buNone/>
              <a:defRPr sz="1600" b="1" cap="all" spc="250" baseline="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p:txBody>
          <a:bodyPr/>
          <a:lstStyle/>
          <a:p>
            <a:fld id="{40F81B42-C05F-4D2A-887C-317C2F50D1FC}" type="datetime1">
              <a:rPr lang="en-US" smtClean="0"/>
              <a:pPr/>
              <a:t>12/1/2025</a:t>
            </a:fld>
            <a:endParaRPr lang="en-US"/>
          </a:p>
        </p:txBody>
      </p:sp>
      <p:sp>
        <p:nvSpPr>
          <p:cNvPr id="17" name="Footer Placeholder 16"/>
          <p:cNvSpPr>
            <a:spLocks noGrp="1"/>
          </p:cNvSpPr>
          <p:nvPr>
            <p:ph type="ftr" sz="quarter" idx="11"/>
          </p:nvPr>
        </p:nvSpPr>
        <p:spPr/>
        <p:txBody>
          <a:bodyPr/>
          <a:lstStyle/>
          <a:p>
            <a:endParaRPr lang="en-US"/>
          </a:p>
        </p:txBody>
      </p:sp>
      <p:sp>
        <p:nvSpPr>
          <p:cNvPr id="7" name="Straight Connector 6"/>
          <p:cNvSpPr>
            <a:spLocks noChangeShapeType="1"/>
          </p:cNvSpPr>
          <p:nvPr/>
        </p:nvSpPr>
        <p:spPr bwMode="auto">
          <a:xfrm>
            <a:off x="155448" y="2420112"/>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3" name="Oval 12"/>
          <p:cNvSpPr/>
          <p:nvPr/>
        </p:nvSpPr>
        <p:spPr>
          <a:xfrm>
            <a:off x="4267200" y="2115312"/>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4" name="Oval 13"/>
          <p:cNvSpPr/>
          <p:nvPr/>
        </p:nvSpPr>
        <p:spPr>
          <a:xfrm>
            <a:off x="4361688" y="2209800"/>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9" name="Slide Number Placeholder 28"/>
          <p:cNvSpPr>
            <a:spLocks noGrp="1"/>
          </p:cNvSpPr>
          <p:nvPr>
            <p:ph type="sldNum" sz="quarter" idx="12"/>
          </p:nvPr>
        </p:nvSpPr>
        <p:spPr>
          <a:xfrm>
            <a:off x="4343400" y="2199450"/>
            <a:ext cx="457200" cy="441325"/>
          </a:xfrm>
        </p:spPr>
        <p:txBody>
          <a:bodyPr/>
          <a:lstStyle>
            <a:lvl1pPr>
              <a:defRPr>
                <a:solidFill>
                  <a:schemeClr val="accent3">
                    <a:shade val="75000"/>
                  </a:schemeClr>
                </a:solidFill>
              </a:defRPr>
            </a:lvl1pPr>
          </a:lstStyle>
          <a:p>
            <a:fld id="{C1FF6DA9-008F-8B48-92A6-B652298478BF}" type="slidenum">
              <a:rPr lang="en-US" smtClean="0"/>
              <a:pPr/>
              <a:t>‹#›</a:t>
            </a:fld>
            <a:endParaRPr lang="en-US"/>
          </a:p>
        </p:txBody>
      </p:sp>
      <p:sp>
        <p:nvSpPr>
          <p:cNvPr id="8" name="Title 7"/>
          <p:cNvSpPr>
            <a:spLocks noGrp="1"/>
          </p:cNvSpPr>
          <p:nvPr>
            <p:ph type="ctrTitle"/>
          </p:nvPr>
        </p:nvSpPr>
        <p:spPr>
          <a:xfrm>
            <a:off x="685800" y="381000"/>
            <a:ext cx="7772400" cy="1752600"/>
          </a:xfrm>
        </p:spPr>
        <p:txBody>
          <a:bodyPr anchor="b"/>
          <a:lstStyle>
            <a:lvl1pPr>
              <a:defRPr sz="4200">
                <a:solidFill>
                  <a:schemeClr val="accent1"/>
                </a:solidFill>
              </a:defRPr>
            </a:lvl1pPr>
          </a:lstStyle>
          <a:p>
            <a:r>
              <a:rPr kumimoji="0" lang="en-US" smtClean="0"/>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3">
                    <a:shade val="75000"/>
                  </a:schemeClr>
                </a:solidFill>
              </a:defRPr>
            </a:lvl1pPr>
          </a:lstStyle>
          <a:p>
            <a:r>
              <a:rPr kumimoji="0" lang="en-US" smtClean="0"/>
              <a:t>Click to edit Master title style</a:t>
            </a:r>
            <a:endParaRPr kumimoji="0" lang="en-US"/>
          </a:p>
        </p:txBody>
      </p:sp>
      <p:sp>
        <p:nvSpPr>
          <p:cNvPr id="4" name="Date Placeholder 3"/>
          <p:cNvSpPr>
            <a:spLocks noGrp="1"/>
          </p:cNvSpPr>
          <p:nvPr>
            <p:ph type="dt" sz="half" idx="10"/>
          </p:nvPr>
        </p:nvSpPr>
        <p:spPr/>
        <p:txBody>
          <a:bodyPr/>
          <a:lstStyle/>
          <a:p>
            <a:fld id="{B42CFEA5-2DF3-417B-921E-86255BE30DE2}" type="datetime1">
              <a:rPr lang="en-US" smtClean="0"/>
              <a:pPr/>
              <a:t>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4361688" y="1026372"/>
            <a:ext cx="457200" cy="441325"/>
          </a:xfrm>
        </p:spPr>
        <p:txBody>
          <a:bodyPr/>
          <a:lstStyle/>
          <a:p>
            <a:fld id="{C1FF6DA9-008F-8B48-92A6-B652298478BF}" type="slidenum">
              <a:rPr lang="en-US" smtClean="0"/>
              <a:pPr/>
              <a:t>‹#›</a:t>
            </a:fld>
            <a:endParaRPr lang="en-US"/>
          </a:p>
        </p:txBody>
      </p:sp>
      <p:sp>
        <p:nvSpPr>
          <p:cNvPr id="8" name="Content Placeholder 7"/>
          <p:cNvSpPr>
            <a:spLocks noGrp="1"/>
          </p:cNvSpPr>
          <p:nvPr>
            <p:ph sz="quarter" idx="1"/>
          </p:nvPr>
        </p:nvSpPr>
        <p:spPr>
          <a:xfrm>
            <a:off x="301752" y="1527048"/>
            <a:ext cx="850392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1"/>
      </p:bgRef>
    </p:bg>
    <p:spTree>
      <p:nvGrpSpPr>
        <p:cNvPr id="1" name=""/>
        <p:cNvGrpSpPr/>
        <p:nvPr/>
      </p:nvGrpSpPr>
      <p:grpSpPr>
        <a:xfrm>
          <a:off x="0" y="0"/>
          <a:ext cx="0" cy="0"/>
          <a:chOff x="0" y="0"/>
          <a:chExt cx="0" cy="0"/>
        </a:xfrm>
      </p:grpSpPr>
      <p:sp>
        <p:nvSpPr>
          <p:cNvPr id="17" name="Rectangle 16"/>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5" name="Rectangle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8991600" y="1905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152400" y="2286000"/>
            <a:ext cx="8833104" cy="3048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155448" y="142352"/>
            <a:ext cx="8833104" cy="2139696"/>
          </a:xfrm>
          <a:prstGeom prst="rect">
            <a:avLst/>
          </a:prstGeom>
          <a:solidFill>
            <a:schemeClr val="accent1"/>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3" name="Text Placeholder 2"/>
          <p:cNvSpPr>
            <a:spLocks noGrp="1"/>
          </p:cNvSpPr>
          <p:nvPr>
            <p:ph type="body" idx="1"/>
          </p:nvPr>
        </p:nvSpPr>
        <p:spPr>
          <a:xfrm>
            <a:off x="1368426" y="2743200"/>
            <a:ext cx="6480174" cy="1673225"/>
          </a:xfrm>
        </p:spPr>
        <p:txBody>
          <a:bodyPr anchor="t"/>
          <a:lstStyle>
            <a:lvl1pPr marL="0" indent="0" algn="ctr">
              <a:buNone/>
              <a:defRPr sz="1600" b="1" cap="all" spc="250" baseline="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13" name="Rectangle 12"/>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4" name="Rectangle 13"/>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5" name="Footer Placeholder 4"/>
          <p:cNvSpPr>
            <a:spLocks noGrp="1"/>
          </p:cNvSpPr>
          <p:nvPr>
            <p:ph type="ftr" sz="quarter" idx="11"/>
          </p:nvPr>
        </p:nvSpPr>
        <p:spPr/>
        <p:txBody>
          <a:bodyPr/>
          <a:lstStyle/>
          <a:p>
            <a:endParaRPr lang="en-US"/>
          </a:p>
        </p:txBody>
      </p:sp>
      <p:sp>
        <p:nvSpPr>
          <p:cNvPr id="4" name="Date Placeholder 3"/>
          <p:cNvSpPr>
            <a:spLocks noGrp="1"/>
          </p:cNvSpPr>
          <p:nvPr>
            <p:ph type="dt" sz="half" idx="10"/>
          </p:nvPr>
        </p:nvSpPr>
        <p:spPr/>
        <p:txBody>
          <a:bodyPr/>
          <a:lstStyle/>
          <a:p>
            <a:fld id="{78D3558F-7E0F-4CAC-915C-D1E2C8BDDB18}" type="datetime1">
              <a:rPr lang="en-US" smtClean="0"/>
              <a:pPr/>
              <a:t>12/1/2025</a:t>
            </a:fld>
            <a:endParaRPr lang="en-US"/>
          </a:p>
        </p:txBody>
      </p:sp>
      <p:sp>
        <p:nvSpPr>
          <p:cNvPr id="8" name="Straight Connector 7"/>
          <p:cNvSpPr>
            <a:spLocks noChangeShapeType="1"/>
          </p:cNvSpPr>
          <p:nvPr/>
        </p:nvSpPr>
        <p:spPr bwMode="auto">
          <a:xfrm>
            <a:off x="152400" y="2438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Oval 9"/>
          <p:cNvSpPr/>
          <p:nvPr/>
        </p:nvSpPr>
        <p:spPr>
          <a:xfrm>
            <a:off x="4267200" y="2115312"/>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Oval 10"/>
          <p:cNvSpPr/>
          <p:nvPr/>
        </p:nvSpPr>
        <p:spPr>
          <a:xfrm>
            <a:off x="4361688" y="2209800"/>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4343400" y="2199450"/>
            <a:ext cx="457200" cy="441325"/>
          </a:xfrm>
        </p:spPr>
        <p:txBody>
          <a:bodyPr/>
          <a:lstStyle>
            <a:lvl1pPr>
              <a:defRPr>
                <a:solidFill>
                  <a:schemeClr val="accent3">
                    <a:shade val="75000"/>
                  </a:schemeClr>
                </a:solidFill>
              </a:defRPr>
            </a:lvl1pPr>
          </a:lstStyle>
          <a:p>
            <a:fld id="{C1FF6DA9-008F-8B48-92A6-B652298478BF}" type="slidenum">
              <a:rPr lang="en-US" smtClean="0"/>
              <a:pPr/>
              <a:t>‹#›</a:t>
            </a:fld>
            <a:endParaRPr lang="en-US"/>
          </a:p>
        </p:txBody>
      </p:sp>
      <p:sp>
        <p:nvSpPr>
          <p:cNvPr id="2" name="Title 1"/>
          <p:cNvSpPr>
            <a:spLocks noGrp="1"/>
          </p:cNvSpPr>
          <p:nvPr>
            <p:ph type="title"/>
          </p:nvPr>
        </p:nvSpPr>
        <p:spPr>
          <a:xfrm>
            <a:off x="722313" y="533400"/>
            <a:ext cx="7772400" cy="1524000"/>
          </a:xfrm>
        </p:spPr>
        <p:txBody>
          <a:bodyPr anchor="b"/>
          <a:lstStyle>
            <a:lvl1pPr algn="ctr">
              <a:buNone/>
              <a:defRPr sz="4200" b="0" cap="none" baseline="0">
                <a:solidFill>
                  <a:srgbClr val="FFFFFF"/>
                </a:solidFill>
              </a:defRPr>
            </a:lvl1pPr>
          </a:lstStyle>
          <a:p>
            <a:r>
              <a:rPr kumimoji="0" lang="en-US" smtClean="0"/>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301752" y="228600"/>
            <a:ext cx="8534400" cy="758952"/>
          </a:xfrm>
        </p:spPr>
        <p:txBody>
          <a:bodyPr/>
          <a:lstStyle/>
          <a:p>
            <a:r>
              <a:rPr kumimoji="0" lang="en-US" smtClean="0"/>
              <a:t>Click to edit Master title style</a:t>
            </a:r>
            <a:endParaRPr kumimoji="0" lang="en-US"/>
          </a:p>
        </p:txBody>
      </p:sp>
      <p:sp>
        <p:nvSpPr>
          <p:cNvPr id="5" name="Date Placeholder 4"/>
          <p:cNvSpPr>
            <a:spLocks noGrp="1"/>
          </p:cNvSpPr>
          <p:nvPr>
            <p:ph type="dt" sz="half" idx="10"/>
          </p:nvPr>
        </p:nvSpPr>
        <p:spPr>
          <a:xfrm>
            <a:off x="5791200" y="6409944"/>
            <a:ext cx="3044952" cy="365760"/>
          </a:xfrm>
        </p:spPr>
        <p:txBody>
          <a:bodyPr/>
          <a:lstStyle/>
          <a:p>
            <a:fld id="{6D661984-C9D9-48A5-A5E4-DB3FCA6E2A2D}" type="datetime1">
              <a:rPr lang="en-US" smtClean="0"/>
              <a:pPr/>
              <a:t>12/1/2025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pPr/>
              <a:t>‹#›</a:t>
            </a:fld>
            <a:endParaRPr lang="en-US"/>
          </a:p>
        </p:txBody>
      </p:sp>
      <p:sp>
        <p:nvSpPr>
          <p:cNvPr id="8" name="Straight Connector 7"/>
          <p:cNvSpPr>
            <a:spLocks noChangeShapeType="1"/>
          </p:cNvSpPr>
          <p:nvPr/>
        </p:nvSpPr>
        <p:spPr bwMode="auto">
          <a:xfrm flipV="1">
            <a:off x="4563080" y="1575652"/>
            <a:ext cx="8921" cy="4819557"/>
          </a:xfrm>
          <a:prstGeom prst="line">
            <a:avLst/>
          </a:prstGeom>
          <a:noFill/>
          <a:ln w="9525" cap="flat" cmpd="sng" algn="ctr">
            <a:solidFill>
              <a:schemeClr val="tx2"/>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Content Placeholder 9"/>
          <p:cNvSpPr>
            <a:spLocks noGrp="1"/>
          </p:cNvSpPr>
          <p:nvPr>
            <p:ph sz="half" idx="1"/>
          </p:nvPr>
        </p:nvSpPr>
        <p:spPr>
          <a:xfrm>
            <a:off x="301752" y="1371600"/>
            <a:ext cx="4038600" cy="4681728"/>
          </a:xfrm>
        </p:spPr>
        <p:txBody>
          <a:bodyPr/>
          <a:lstStyle>
            <a:lvl1pPr>
              <a:defRPr sz="2500"/>
            </a:lvl1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2" name="Content Placeholder 11"/>
          <p:cNvSpPr>
            <a:spLocks noGrp="1"/>
          </p:cNvSpPr>
          <p:nvPr>
            <p:ph sz="half" idx="2"/>
          </p:nvPr>
        </p:nvSpPr>
        <p:spPr>
          <a:xfrm>
            <a:off x="4800600" y="1371600"/>
            <a:ext cx="4038600" cy="4681728"/>
          </a:xfrm>
        </p:spPr>
        <p:txBody>
          <a:bodyPr/>
          <a:lstStyle>
            <a:lvl1pPr>
              <a:defRPr sz="2500"/>
            </a:lvl1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1">
        <a:schemeClr val="bg2"/>
      </p:bgRef>
    </p:bg>
    <p:spTree>
      <p:nvGrpSpPr>
        <p:cNvPr id="1" name=""/>
        <p:cNvGrpSpPr/>
        <p:nvPr/>
      </p:nvGrpSpPr>
      <p:grpSpPr>
        <a:xfrm>
          <a:off x="0" y="0"/>
          <a:ext cx="0" cy="0"/>
          <a:chOff x="0" y="0"/>
          <a:chExt cx="0" cy="0"/>
        </a:xfrm>
      </p:grpSpPr>
      <p:sp>
        <p:nvSpPr>
          <p:cNvPr id="10" name="Straight Connector 9"/>
          <p:cNvSpPr>
            <a:spLocks noChangeShapeType="1"/>
          </p:cNvSpPr>
          <p:nvPr/>
        </p:nvSpPr>
        <p:spPr bwMode="auto">
          <a:xfrm flipV="1">
            <a:off x="4572000" y="2200275"/>
            <a:ext cx="0" cy="4187952"/>
          </a:xfrm>
          <a:prstGeom prst="line">
            <a:avLst/>
          </a:prstGeom>
          <a:noFill/>
          <a:ln w="9525" cap="flat" cmpd="sng" algn="ctr">
            <a:solidFill>
              <a:schemeClr val="tx2"/>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20" name="Rectangle 19"/>
          <p:cNvSpPr>
            <a:spLocks noChangeArrowheads="1"/>
          </p:cNvSpPr>
          <p:nvPr/>
        </p:nvSpPr>
        <p:spPr bwMode="white">
          <a:xfrm>
            <a:off x="0" y="0"/>
            <a:ext cx="9144000" cy="14478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21" name="Rectangle 20"/>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22" name="Rectangle 21"/>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1" name="Rectangle 10"/>
          <p:cNvSpPr/>
          <p:nvPr/>
        </p:nvSpPr>
        <p:spPr>
          <a:xfrm>
            <a:off x="152400" y="1371600"/>
            <a:ext cx="8833104" cy="914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Rectangle 12"/>
          <p:cNvSpPr>
            <a:spLocks noChangeArrowheads="1"/>
          </p:cNvSpPr>
          <p:nvPr/>
        </p:nvSpPr>
        <p:spPr bwMode="auto">
          <a:xfrm>
            <a:off x="145923" y="6391656"/>
            <a:ext cx="8833104" cy="310896"/>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3" name="Text Placeholder 2"/>
          <p:cNvSpPr>
            <a:spLocks noGrp="1"/>
          </p:cNvSpPr>
          <p:nvPr>
            <p:ph type="body" idx="1"/>
          </p:nvPr>
        </p:nvSpPr>
        <p:spPr>
          <a:xfrm>
            <a:off x="301752" y="1524000"/>
            <a:ext cx="4040188" cy="732974"/>
          </a:xfrm>
          <a:noFill/>
          <a:ln w="15875" cap="rnd" cmpd="sng" algn="ctr">
            <a:noFill/>
            <a:prstDash val="solid"/>
          </a:ln>
        </p:spPr>
        <p:style>
          <a:lnRef idx="3">
            <a:schemeClr val="lt1"/>
          </a:lnRef>
          <a:fillRef idx="1">
            <a:schemeClr val="accent1"/>
          </a:fillRef>
          <a:effectRef idx="1">
            <a:schemeClr val="accent1"/>
          </a:effectRef>
          <a:fontRef idx="minor">
            <a:schemeClr val="lt1"/>
          </a:fontRef>
        </p:style>
        <p:txBody>
          <a:bodyPr anchor="ctr">
            <a:noAutofit/>
          </a:bodyPr>
          <a:lstStyle>
            <a:lvl1pPr marL="0" indent="0">
              <a:buNone/>
              <a:defRPr lang="en-US" sz="2200" b="1" dirty="0" smtClean="0">
                <a:solidFill>
                  <a:srgbClr val="FFFFFF"/>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791330" y="1524000"/>
            <a:ext cx="4041775" cy="731520"/>
          </a:xfrm>
          <a:noFill/>
          <a:ln w="15875" cap="rnd" cmpd="sng" algn="ctr">
            <a:noFill/>
            <a:prstDash val="solid"/>
          </a:ln>
        </p:spPr>
        <p:style>
          <a:lnRef idx="3">
            <a:schemeClr val="lt1"/>
          </a:lnRef>
          <a:fillRef idx="1">
            <a:schemeClr val="accent2"/>
          </a:fillRef>
          <a:effectRef idx="1">
            <a:schemeClr val="accent2"/>
          </a:effectRef>
          <a:fontRef idx="minor">
            <a:schemeClr val="lt1"/>
          </a:fontRef>
        </p:style>
        <p:txBody>
          <a:bodyPr anchor="ctr">
            <a:noAutofit/>
          </a:bodyPr>
          <a:lstStyle>
            <a:lvl1pPr marL="0" indent="0">
              <a:buNone/>
              <a:defRPr sz="2200" b="1"/>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7" name="Date Placeholder 6"/>
          <p:cNvSpPr>
            <a:spLocks noGrp="1"/>
          </p:cNvSpPr>
          <p:nvPr>
            <p:ph type="dt" sz="half" idx="10"/>
          </p:nvPr>
        </p:nvSpPr>
        <p:spPr/>
        <p:txBody>
          <a:bodyPr/>
          <a:lstStyle/>
          <a:p>
            <a:fld id="{1DB9B389-C0E8-4EA4-B33A-4715451FA194}" type="datetime1">
              <a:rPr lang="en-US" smtClean="0"/>
              <a:pPr/>
              <a:t>12/1/2025</a:t>
            </a:fld>
            <a:endParaRPr lang="en-US"/>
          </a:p>
        </p:txBody>
      </p:sp>
      <p:sp>
        <p:nvSpPr>
          <p:cNvPr id="8" name="Footer Placeholder 7"/>
          <p:cNvSpPr>
            <a:spLocks noGrp="1"/>
          </p:cNvSpPr>
          <p:nvPr>
            <p:ph type="ftr" sz="quarter" idx="11"/>
          </p:nvPr>
        </p:nvSpPr>
        <p:spPr>
          <a:xfrm>
            <a:off x="304800" y="6409944"/>
            <a:ext cx="3581400" cy="365760"/>
          </a:xfrm>
        </p:spPr>
        <p:txBody>
          <a:bodyPr/>
          <a:lstStyle/>
          <a:p>
            <a:endParaRPr lang="en-US"/>
          </a:p>
        </p:txBody>
      </p:sp>
      <p:sp>
        <p:nvSpPr>
          <p:cNvPr id="15" name="Straight Connector 14"/>
          <p:cNvSpPr>
            <a:spLocks noChangeShapeType="1"/>
          </p:cNvSpPr>
          <p:nvPr/>
        </p:nvSpPr>
        <p:spPr bwMode="auto">
          <a:xfrm>
            <a:off x="152400" y="128016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4" name="Content Placeholder 23"/>
          <p:cNvSpPr>
            <a:spLocks noGrp="1"/>
          </p:cNvSpPr>
          <p:nvPr>
            <p:ph sz="quarter" idx="2"/>
          </p:nvPr>
        </p:nvSpPr>
        <p:spPr>
          <a:xfrm>
            <a:off x="301752" y="2471383"/>
            <a:ext cx="4041648" cy="3818404"/>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26" name="Content Placeholder 25"/>
          <p:cNvSpPr>
            <a:spLocks noGrp="1"/>
          </p:cNvSpPr>
          <p:nvPr>
            <p:ph sz="quarter" idx="4"/>
          </p:nvPr>
        </p:nvSpPr>
        <p:spPr>
          <a:xfrm>
            <a:off x="4800600" y="2471383"/>
            <a:ext cx="4038600" cy="3822192"/>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25" name="Oval 24"/>
          <p:cNvSpPr/>
          <p:nvPr/>
        </p:nvSpPr>
        <p:spPr>
          <a:xfrm>
            <a:off x="4267200" y="956036"/>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7" name="Oval 26"/>
          <p:cNvSpPr/>
          <p:nvPr/>
        </p:nvSpPr>
        <p:spPr>
          <a:xfrm>
            <a:off x="4361688" y="1050524"/>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Slide Number Placeholder 8"/>
          <p:cNvSpPr>
            <a:spLocks noGrp="1"/>
          </p:cNvSpPr>
          <p:nvPr>
            <p:ph type="sldNum" sz="quarter" idx="12"/>
          </p:nvPr>
        </p:nvSpPr>
        <p:spPr>
          <a:xfrm>
            <a:off x="4343400" y="1042416"/>
            <a:ext cx="457200" cy="441325"/>
          </a:xfrm>
        </p:spPr>
        <p:txBody>
          <a:bodyPr/>
          <a:lstStyle>
            <a:lvl1pPr algn="ctr">
              <a:defRPr/>
            </a:lvl1pPr>
          </a:lstStyle>
          <a:p>
            <a:fld id="{C1FF6DA9-008F-8B48-92A6-B652298478BF}" type="slidenum">
              <a:rPr lang="en-US" smtClean="0"/>
              <a:pPr/>
              <a:t>‹#›</a:t>
            </a:fld>
            <a:endParaRPr lang="en-US"/>
          </a:p>
        </p:txBody>
      </p:sp>
      <p:sp>
        <p:nvSpPr>
          <p:cNvPr id="23" name="Title 22"/>
          <p:cNvSpPr>
            <a:spLocks noGrp="1"/>
          </p:cNvSpPr>
          <p:nvPr>
            <p:ph type="title"/>
          </p:nvPr>
        </p:nvSpPr>
        <p:spPr/>
        <p:txBody>
          <a:bodyPr rtlCol="0" anchor="b" anchorCtr="0"/>
          <a:lstStyle/>
          <a:p>
            <a:r>
              <a:rPr kumimoji="0" lang="en-US" smtClean="0"/>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8F198087-8C62-4EE7-B0C2-73A58E2A1F8A}" type="datetime1">
              <a:rPr lang="en-US" smtClean="0"/>
              <a:pPr/>
              <a:t>12/1/2025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a:xfrm>
            <a:off x="4343400" y="1036020"/>
            <a:ext cx="457200" cy="441325"/>
          </a:xfrm>
        </p:spPr>
        <p:txBody>
          <a:bodyPr/>
          <a:lstStyle/>
          <a:p>
            <a:fld id="{C1FF6DA9-008F-8B48-92A6-B652298478BF}"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7" name="Rectangle 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a:spLocks noChangeArrowheads="1"/>
          </p:cNvSpPr>
          <p:nvPr/>
        </p:nvSpPr>
        <p:spPr bwMode="white">
          <a:xfrm>
            <a:off x="0" y="0"/>
            <a:ext cx="9144000" cy="155448"/>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Rectangle 4"/>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6" name="Rectangle 5"/>
          <p:cNvSpPr>
            <a:spLocks noChangeArrowheads="1"/>
          </p:cNvSpPr>
          <p:nvPr/>
        </p:nvSpPr>
        <p:spPr bwMode="auto">
          <a:xfrm>
            <a:off x="152400" y="158496"/>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 name="Date Placeholder 1"/>
          <p:cNvSpPr>
            <a:spLocks noGrp="1"/>
          </p:cNvSpPr>
          <p:nvPr>
            <p:ph type="dt" sz="half" idx="10"/>
          </p:nvPr>
        </p:nvSpPr>
        <p:spPr/>
        <p:txBody>
          <a:bodyPr/>
          <a:lstStyle/>
          <a:p>
            <a:fld id="{48459DAE-83CA-4C3F-AC5A-0D9EDD43A36D}" type="datetime1">
              <a:rPr lang="en-US" smtClean="0"/>
              <a:pPr/>
              <a:t>12/1/2025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a:xfrm>
            <a:off x="4267200" y="6324600"/>
            <a:ext cx="609600" cy="441324"/>
          </a:xfrm>
        </p:spPr>
        <p:txBody>
          <a:bodyPr/>
          <a:lstStyle>
            <a:lvl1pPr>
              <a:defRPr>
                <a:solidFill>
                  <a:srgbClr val="FFFFFF"/>
                </a:solidFill>
              </a:defRPr>
            </a:lvl1pPr>
          </a:lstStyle>
          <a:p>
            <a:fld id="{C1FF6DA9-008F-8B48-92A6-B652298478BF}"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1">
        <a:schemeClr val="bg1"/>
      </p:bgRef>
    </p:bg>
    <p:spTree>
      <p:nvGrpSpPr>
        <p:cNvPr id="1" name=""/>
        <p:cNvGrpSpPr/>
        <p:nvPr/>
      </p:nvGrpSpPr>
      <p:grpSpPr>
        <a:xfrm>
          <a:off x="0" y="0"/>
          <a:ext cx="0" cy="0"/>
          <a:chOff x="0" y="0"/>
          <a:chExt cx="0" cy="0"/>
        </a:xfrm>
      </p:grpSpPr>
      <p:sp>
        <p:nvSpPr>
          <p:cNvPr id="19" name="Rectangle 18"/>
          <p:cNvSpPr>
            <a:spLocks noChangeArrowheads="1"/>
          </p:cNvSpPr>
          <p:nvPr/>
        </p:nvSpPr>
        <p:spPr bwMode="auto">
          <a:xfrm>
            <a:off x="152400" y="152400"/>
            <a:ext cx="8833104" cy="304800"/>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5" name="Rectangle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118872"/>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7" name="Rectangle 16"/>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3" name="Rectangle 12"/>
          <p:cNvSpPr/>
          <p:nvPr/>
        </p:nvSpPr>
        <p:spPr>
          <a:xfrm>
            <a:off x="152400" y="609600"/>
            <a:ext cx="27432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381000" y="914400"/>
            <a:ext cx="2362200" cy="990600"/>
          </a:xfrm>
        </p:spPr>
        <p:txBody>
          <a:bodyPr anchor="b">
            <a:noAutofit/>
          </a:bodyPr>
          <a:lstStyle>
            <a:lvl1pPr algn="l">
              <a:buNone/>
              <a:defRPr sz="2200" b="1">
                <a:solidFill>
                  <a:srgbClr val="FFFFFF"/>
                </a:solidFill>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381000" y="1981200"/>
            <a:ext cx="2362200" cy="4144963"/>
          </a:xfrm>
        </p:spPr>
        <p:txBody>
          <a:bodyPr/>
          <a:lstStyle>
            <a:lvl1pPr marL="0" indent="0">
              <a:spcAft>
                <a:spcPts val="1000"/>
              </a:spcAft>
              <a:buNone/>
              <a:defRPr sz="1600">
                <a:solidFill>
                  <a:srgbClr val="FFFFFF"/>
                </a:solidFill>
              </a:defRPr>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8" name="Rectangle 7"/>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9" name="Straight Connector 8"/>
          <p:cNvSpPr>
            <a:spLocks noChangeShapeType="1"/>
          </p:cNvSpPr>
          <p:nvPr/>
        </p:nvSpPr>
        <p:spPr bwMode="auto">
          <a:xfrm>
            <a:off x="152400" y="533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20" name="Content Placeholder 19"/>
          <p:cNvSpPr>
            <a:spLocks noGrp="1"/>
          </p:cNvSpPr>
          <p:nvPr>
            <p:ph sz="quarter" idx="1"/>
          </p:nvPr>
        </p:nvSpPr>
        <p:spPr>
          <a:xfrm>
            <a:off x="3124200" y="685800"/>
            <a:ext cx="5638800" cy="54102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0" name="Oval 9"/>
          <p:cNvSpPr/>
          <p:nvPr/>
        </p:nvSpPr>
        <p:spPr>
          <a:xfrm>
            <a:off x="1295400" y="228600"/>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Oval 10"/>
          <p:cNvSpPr/>
          <p:nvPr/>
        </p:nvSpPr>
        <p:spPr>
          <a:xfrm>
            <a:off x="1389888" y="323088"/>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Slide Number Placeholder 6"/>
          <p:cNvSpPr>
            <a:spLocks noGrp="1"/>
          </p:cNvSpPr>
          <p:nvPr>
            <p:ph type="sldNum" sz="quarter" idx="12"/>
          </p:nvPr>
        </p:nvSpPr>
        <p:spPr>
          <a:xfrm>
            <a:off x="1371600" y="312738"/>
            <a:ext cx="457200" cy="441325"/>
          </a:xfrm>
        </p:spPr>
        <p:txBody>
          <a:bodyPr/>
          <a:lstStyle>
            <a:lvl1pPr>
              <a:defRPr>
                <a:solidFill>
                  <a:schemeClr val="accent3">
                    <a:shade val="75000"/>
                  </a:schemeClr>
                </a:solidFill>
              </a:defRPr>
            </a:lvl1pPr>
          </a:lstStyle>
          <a:p>
            <a:fld id="{C1FF6DA9-008F-8B48-92A6-B652298478BF}" type="slidenum">
              <a:rPr lang="en-US" smtClean="0"/>
              <a:pPr/>
              <a:t>‹#›</a:t>
            </a:fld>
            <a:endParaRPr lang="en-US"/>
          </a:p>
        </p:txBody>
      </p:sp>
      <p:sp>
        <p:nvSpPr>
          <p:cNvPr id="21" name="Rectangle 20"/>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Date Placeholder 4"/>
          <p:cNvSpPr>
            <a:spLocks noGrp="1"/>
          </p:cNvSpPr>
          <p:nvPr>
            <p:ph type="dt" sz="half" idx="10"/>
          </p:nvPr>
        </p:nvSpPr>
        <p:spPr/>
        <p:txBody>
          <a:bodyPr/>
          <a:lstStyle/>
          <a:p>
            <a:fld id="{0ED5E0A5-1676-42FC-8ED7-A29AA52BE15D}" type="datetime1">
              <a:rPr lang="en-US" smtClean="0"/>
              <a:pPr/>
              <a:t>12/1/2025</a:t>
            </a:fld>
            <a:endParaRPr lang="en-US"/>
          </a:p>
        </p:txBody>
      </p:sp>
      <p:sp>
        <p:nvSpPr>
          <p:cNvPr id="6" name="Footer Placeholder 5"/>
          <p:cNvSpPr>
            <a:spLocks noGrp="1"/>
          </p:cNvSpPr>
          <p:nvPr>
            <p:ph type="ftr" sz="quarter" idx="11"/>
          </p:nvPr>
        </p:nvSpPr>
        <p:spPr>
          <a:xfrm>
            <a:off x="301752" y="6410848"/>
            <a:ext cx="3383280" cy="365760"/>
          </a:xfrm>
        </p:spPr>
        <p:txBody>
          <a:bodyPr/>
          <a:lstStyle/>
          <a:p>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1" name="Straight Connector 20"/>
          <p:cNvSpPr>
            <a:spLocks noChangeShapeType="1"/>
          </p:cNvSpPr>
          <p:nvPr/>
        </p:nvSpPr>
        <p:spPr bwMode="auto">
          <a:xfrm>
            <a:off x="152400" y="533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7" name="Rectangle 16"/>
          <p:cNvSpPr>
            <a:spLocks noChangeArrowheads="1"/>
          </p:cNvSpPr>
          <p:nvPr/>
        </p:nvSpPr>
        <p:spPr bwMode="white">
          <a:xfrm>
            <a:off x="0" y="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0" name="Rectangle 19"/>
          <p:cNvSpPr>
            <a:spLocks noChangeArrowheads="1"/>
          </p:cNvSpPr>
          <p:nvPr/>
        </p:nvSpPr>
        <p:spPr bwMode="auto">
          <a:xfrm>
            <a:off x="152400" y="152400"/>
            <a:ext cx="8833104" cy="301752"/>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p:nvPr/>
        </p:nvSpPr>
        <p:spPr>
          <a:xfrm>
            <a:off x="152400" y="609600"/>
            <a:ext cx="27432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Rectangle 14"/>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2" name="Oval 11"/>
          <p:cNvSpPr/>
          <p:nvPr/>
        </p:nvSpPr>
        <p:spPr>
          <a:xfrm>
            <a:off x="1295400" y="228600"/>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Oval 12"/>
          <p:cNvSpPr/>
          <p:nvPr/>
        </p:nvSpPr>
        <p:spPr>
          <a:xfrm>
            <a:off x="1389888" y="323088"/>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Slide Number Placeholder 6"/>
          <p:cNvSpPr>
            <a:spLocks noGrp="1"/>
          </p:cNvSpPr>
          <p:nvPr>
            <p:ph type="sldNum" sz="quarter" idx="12"/>
          </p:nvPr>
        </p:nvSpPr>
        <p:spPr>
          <a:xfrm>
            <a:off x="1371600" y="312738"/>
            <a:ext cx="457200" cy="441325"/>
          </a:xfrm>
        </p:spPr>
        <p:txBody>
          <a:bodyPr/>
          <a:lstStyle/>
          <a:p>
            <a:fld id="{C1FF6DA9-008F-8B48-92A6-B652298478BF}" type="slidenum">
              <a:rPr lang="en-US" smtClean="0"/>
              <a:pPr/>
              <a:t>‹#›</a:t>
            </a:fld>
            <a:endParaRPr lang="en-US"/>
          </a:p>
        </p:txBody>
      </p:sp>
      <p:sp>
        <p:nvSpPr>
          <p:cNvPr id="2" name="Title 1"/>
          <p:cNvSpPr>
            <a:spLocks noGrp="1"/>
          </p:cNvSpPr>
          <p:nvPr>
            <p:ph type="title"/>
          </p:nvPr>
        </p:nvSpPr>
        <p:spPr>
          <a:xfrm>
            <a:off x="3000375" y="5029200"/>
            <a:ext cx="5867400" cy="1219200"/>
          </a:xfrm>
        </p:spPr>
        <p:txBody>
          <a:bodyPr anchor="t">
            <a:noAutofit/>
          </a:bodyPr>
          <a:lstStyle>
            <a:lvl1pPr algn="l">
              <a:buNone/>
              <a:defRPr sz="2400" b="1">
                <a:solidFill>
                  <a:schemeClr val="tx2"/>
                </a:solidFill>
              </a:defRPr>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3000375" y="609600"/>
            <a:ext cx="5867400" cy="4267200"/>
          </a:xfrm>
        </p:spPr>
        <p:txBody>
          <a:bodyPr/>
          <a:lstStyle>
            <a:lvl1pPr marL="0" indent="0">
              <a:buNone/>
              <a:defRPr sz="3200"/>
            </a:lvl1pPr>
          </a:lstStyle>
          <a:p>
            <a:r>
              <a:rPr kumimoji="0" lang="en-US" smtClean="0"/>
              <a:t>Click icon to add picture</a:t>
            </a:r>
            <a:endParaRPr kumimoji="0" lang="en-US" dirty="0"/>
          </a:p>
        </p:txBody>
      </p:sp>
      <p:sp>
        <p:nvSpPr>
          <p:cNvPr id="4" name="Text Placeholder 3"/>
          <p:cNvSpPr>
            <a:spLocks noGrp="1"/>
          </p:cNvSpPr>
          <p:nvPr>
            <p:ph type="body" sz="half" idx="2"/>
          </p:nvPr>
        </p:nvSpPr>
        <p:spPr>
          <a:xfrm>
            <a:off x="381000" y="990600"/>
            <a:ext cx="2438400" cy="5257800"/>
          </a:xfrm>
        </p:spPr>
        <p:txBody>
          <a:bodyPr/>
          <a:lstStyle>
            <a:lvl1pPr marL="0" indent="0">
              <a:spcAft>
                <a:spcPts val="1000"/>
              </a:spcAft>
              <a:buFontTx/>
              <a:buNone/>
              <a:defRPr sz="1600">
                <a:solidFill>
                  <a:srgbClr val="FFFFFF"/>
                </a:solidFill>
              </a:defRPr>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22" name="Rectangle 21"/>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Date Placeholder 4"/>
          <p:cNvSpPr>
            <a:spLocks noGrp="1"/>
          </p:cNvSpPr>
          <p:nvPr>
            <p:ph type="dt" sz="half" idx="10"/>
          </p:nvPr>
        </p:nvSpPr>
        <p:spPr>
          <a:xfrm>
            <a:off x="5788152" y="6404984"/>
            <a:ext cx="3044952" cy="365760"/>
          </a:xfrm>
        </p:spPr>
        <p:txBody>
          <a:bodyPr/>
          <a:lstStyle/>
          <a:p>
            <a:fld id="{CC231F56-CADF-4A4C-BB62-7F263967E405}" type="datetime1">
              <a:rPr lang="en-US" smtClean="0"/>
              <a:pPr/>
              <a:t>12/1/2025</a:t>
            </a:fld>
            <a:endParaRPr lang="en-US"/>
          </a:p>
        </p:txBody>
      </p:sp>
      <p:sp>
        <p:nvSpPr>
          <p:cNvPr id="6" name="Footer Placeholder 5"/>
          <p:cNvSpPr>
            <a:spLocks noGrp="1"/>
          </p:cNvSpPr>
          <p:nvPr>
            <p:ph type="ftr" sz="quarter" idx="11"/>
          </p:nvPr>
        </p:nvSpPr>
        <p:spPr>
          <a:xfrm>
            <a:off x="301752" y="6410848"/>
            <a:ext cx="3584448" cy="365760"/>
          </a:xfrm>
        </p:spPr>
        <p:txBody>
          <a:bodyPr/>
          <a:lstStyle/>
          <a:p>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AC06481E-4BF5-4C18-B074-97016F1CA0A3}" type="datetime1">
              <a:rPr lang="en-US" smtClean="0"/>
              <a:pPr/>
              <a:t>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bg>
      <p:bgRef idx="1001">
        <a:schemeClr val="bg2"/>
      </p:bgRef>
    </p:bg>
    <p:spTree>
      <p:nvGrpSpPr>
        <p:cNvPr id="1" name=""/>
        <p:cNvGrpSpPr/>
        <p:nvPr/>
      </p:nvGrpSpPr>
      <p:grpSpPr>
        <a:xfrm>
          <a:off x="0" y="0"/>
          <a:ext cx="0" cy="0"/>
          <a:chOff x="0" y="0"/>
          <a:chExt cx="0" cy="0"/>
        </a:xfrm>
      </p:grpSpPr>
      <p:sp>
        <p:nvSpPr>
          <p:cNvPr id="7" name="Rectangle 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a:spLocks noChangeArrowheads="1"/>
          </p:cNvSpPr>
          <p:nvPr/>
        </p:nvSpPr>
        <p:spPr bwMode="white">
          <a:xfrm>
            <a:off x="7010400" y="0"/>
            <a:ext cx="21336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white">
          <a:xfrm>
            <a:off x="0" y="0"/>
            <a:ext cx="9144000" cy="155448"/>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1" name="Rectangle 10"/>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3" name="Straight Connector 12"/>
          <p:cNvSpPr>
            <a:spLocks noChangeShapeType="1"/>
          </p:cNvSpPr>
          <p:nvPr/>
        </p:nvSpPr>
        <p:spPr bwMode="auto">
          <a:xfrm rot="5400000">
            <a:off x="4021836" y="3278124"/>
            <a:ext cx="6245352"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4" name="Oval 13"/>
          <p:cNvSpPr/>
          <p:nvPr/>
        </p:nvSpPr>
        <p:spPr>
          <a:xfrm>
            <a:off x="6839712" y="2925763"/>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Oval 14"/>
          <p:cNvSpPr/>
          <p:nvPr/>
        </p:nvSpPr>
        <p:spPr>
          <a:xfrm>
            <a:off x="6934200" y="3020251"/>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6915912" y="3009901"/>
            <a:ext cx="457200" cy="441325"/>
          </a:xfrm>
        </p:spPr>
        <p:txBody>
          <a:bodyPr/>
          <a:lstStyle/>
          <a:p>
            <a:fld id="{C1FF6DA9-008F-8B48-92A6-B652298478BF}" type="slidenum">
              <a:rPr lang="en-US" smtClean="0"/>
              <a:pPr/>
              <a:t>‹#›</a:t>
            </a:fld>
            <a:endParaRPr lang="en-US"/>
          </a:p>
        </p:txBody>
      </p:sp>
      <p:sp>
        <p:nvSpPr>
          <p:cNvPr id="3" name="Vertical Text Placeholder 2"/>
          <p:cNvSpPr>
            <a:spLocks noGrp="1"/>
          </p:cNvSpPr>
          <p:nvPr>
            <p:ph type="body" orient="vert" idx="1"/>
          </p:nvPr>
        </p:nvSpPr>
        <p:spPr>
          <a:xfrm>
            <a:off x="304800" y="304800"/>
            <a:ext cx="6553200" cy="5821366"/>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AF039298-C11F-424C-A4CF-4DD018228A12}" type="datetime1">
              <a:rPr lang="en-US" smtClean="0"/>
              <a:pPr/>
              <a:t>12/1/2025</a:t>
            </a:fld>
            <a:endParaRPr lang="en-US"/>
          </a:p>
        </p:txBody>
      </p:sp>
      <p:sp>
        <p:nvSpPr>
          <p:cNvPr id="5" name="Footer Placeholder 4"/>
          <p:cNvSpPr>
            <a:spLocks noGrp="1"/>
          </p:cNvSpPr>
          <p:nvPr>
            <p:ph type="ftr" sz="quarter" idx="11"/>
          </p:nvPr>
        </p:nvSpPr>
        <p:spPr/>
        <p:txBody>
          <a:bodyPr/>
          <a:lstStyle/>
          <a:p>
            <a:endParaRPr lang="en-US"/>
          </a:p>
        </p:txBody>
      </p:sp>
      <p:sp>
        <p:nvSpPr>
          <p:cNvPr id="2" name="Vertical Title 1"/>
          <p:cNvSpPr>
            <a:spLocks noGrp="1"/>
          </p:cNvSpPr>
          <p:nvPr>
            <p:ph type="title" orient="vert"/>
          </p:nvPr>
        </p:nvSpPr>
        <p:spPr>
          <a:xfrm>
            <a:off x="7391400" y="304801"/>
            <a:ext cx="1447800" cy="5851525"/>
          </a:xfrm>
        </p:spPr>
        <p:txBody>
          <a:bodyPr vert="eaVert"/>
          <a:lstStyle/>
          <a:p>
            <a:r>
              <a:rPr kumimoji="0" lang="en-US" smtClean="0"/>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 name="Rectangle 1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1393371"/>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4" name="Date Placeholder 13"/>
          <p:cNvSpPr>
            <a:spLocks noGrp="1"/>
          </p:cNvSpPr>
          <p:nvPr>
            <p:ph type="dt" sz="half" idx="2"/>
          </p:nvPr>
        </p:nvSpPr>
        <p:spPr>
          <a:xfrm>
            <a:off x="5791200" y="6404984"/>
            <a:ext cx="3044952" cy="365760"/>
          </a:xfrm>
          <a:prstGeom prst="rect">
            <a:avLst/>
          </a:prstGeom>
        </p:spPr>
        <p:txBody>
          <a:bodyPr vert="horz"/>
          <a:lstStyle>
            <a:lvl1pPr algn="r" eaLnBrk="1" latinLnBrk="0" hangingPunct="1">
              <a:defRPr kumimoji="0" sz="1400">
                <a:solidFill>
                  <a:srgbClr val="FFFFFF"/>
                </a:solidFill>
              </a:defRPr>
            </a:lvl1pPr>
          </a:lstStyle>
          <a:p>
            <a:fld id="{C9D6F485-3B66-40D8-A3F6-79F79DB87A9D}" type="datetime1">
              <a:rPr lang="en-US" smtClean="0"/>
              <a:pPr/>
              <a:t>12/1/2025</a:t>
            </a:fld>
            <a:endParaRPr lang="en-US"/>
          </a:p>
        </p:txBody>
      </p:sp>
      <p:sp>
        <p:nvSpPr>
          <p:cNvPr id="3" name="Footer Placeholder 2"/>
          <p:cNvSpPr>
            <a:spLocks noGrp="1"/>
          </p:cNvSpPr>
          <p:nvPr>
            <p:ph type="ftr" sz="quarter" idx="3"/>
          </p:nvPr>
        </p:nvSpPr>
        <p:spPr>
          <a:xfrm>
            <a:off x="304800" y="6410848"/>
            <a:ext cx="3581400" cy="365760"/>
          </a:xfrm>
          <a:prstGeom prst="rect">
            <a:avLst/>
          </a:prstGeom>
        </p:spPr>
        <p:txBody>
          <a:bodyPr vert="horz"/>
          <a:lstStyle>
            <a:lvl1pPr algn="l" eaLnBrk="1" latinLnBrk="0" hangingPunct="1">
              <a:defRPr kumimoji="0" sz="1200">
                <a:solidFill>
                  <a:srgbClr val="FFFFFF"/>
                </a:solidFill>
              </a:defRPr>
            </a:lvl1pPr>
          </a:lstStyle>
          <a:p>
            <a:endParaRPr lang="en-US"/>
          </a:p>
        </p:txBody>
      </p:sp>
      <p:sp>
        <p:nvSpPr>
          <p:cNvPr id="8" name="Rectangle 7"/>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0" name="Straight Connector 9"/>
          <p:cNvSpPr>
            <a:spLocks noChangeShapeType="1"/>
          </p:cNvSpPr>
          <p:nvPr/>
        </p:nvSpPr>
        <p:spPr bwMode="auto">
          <a:xfrm>
            <a:off x="152400" y="1276743"/>
            <a:ext cx="8833104"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2" name="Oval 11"/>
          <p:cNvSpPr/>
          <p:nvPr/>
        </p:nvSpPr>
        <p:spPr>
          <a:xfrm>
            <a:off x="4267200" y="956036"/>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Oval 14"/>
          <p:cNvSpPr/>
          <p:nvPr/>
        </p:nvSpPr>
        <p:spPr>
          <a:xfrm>
            <a:off x="4361688" y="1050524"/>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Slide Number Placeholder 22"/>
          <p:cNvSpPr>
            <a:spLocks noGrp="1"/>
          </p:cNvSpPr>
          <p:nvPr>
            <p:ph type="sldNum" sz="quarter" idx="4"/>
          </p:nvPr>
        </p:nvSpPr>
        <p:spPr>
          <a:xfrm>
            <a:off x="4343400" y="1040174"/>
            <a:ext cx="457200" cy="441325"/>
          </a:xfrm>
          <a:prstGeom prst="rect">
            <a:avLst/>
          </a:prstGeom>
        </p:spPr>
        <p:txBody>
          <a:bodyPr vert="horz" lIns="45720" rIns="45720" anchor="ctr">
            <a:normAutofit/>
          </a:bodyPr>
          <a:lstStyle>
            <a:lvl1pPr algn="ctr" eaLnBrk="1" latinLnBrk="0" hangingPunct="1">
              <a:defRPr kumimoji="0" sz="1600">
                <a:solidFill>
                  <a:schemeClr val="accent3">
                    <a:shade val="75000"/>
                  </a:schemeClr>
                </a:solidFill>
              </a:defRPr>
            </a:lvl1pPr>
          </a:lstStyle>
          <a:p>
            <a:fld id="{C1FF6DA9-008F-8B48-92A6-B652298478BF}" type="slidenum">
              <a:rPr lang="en-US" smtClean="0"/>
              <a:pPr/>
              <a:t>‹#›</a:t>
            </a:fld>
            <a:endParaRPr lang="en-US"/>
          </a:p>
        </p:txBody>
      </p:sp>
      <p:sp>
        <p:nvSpPr>
          <p:cNvPr id="22" name="Title Placeholder 21"/>
          <p:cNvSpPr>
            <a:spLocks noGrp="1"/>
          </p:cNvSpPr>
          <p:nvPr>
            <p:ph type="title"/>
          </p:nvPr>
        </p:nvSpPr>
        <p:spPr>
          <a:xfrm>
            <a:off x="301752" y="228600"/>
            <a:ext cx="8534400" cy="758952"/>
          </a:xfrm>
          <a:prstGeom prst="rect">
            <a:avLst/>
          </a:prstGeom>
        </p:spPr>
        <p:txBody>
          <a:bodyPr vert="horz" anchor="b">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301752" y="1524000"/>
            <a:ext cx="8534400" cy="4599432"/>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Tree>
  </p:cSld>
  <p:clrMap bg1="lt1" tx1="dk1" bg2="lt2" tx2="dk2" accent1="accent1" accent2="accent2" accent3="accent3" accent4="accent4" accent5="accent5" accent6="accent6" hlink="hlink" folHlink="folHlink"/>
  <p:sldLayoutIdLst>
    <p:sldLayoutId id="2147483853" r:id="rId1"/>
    <p:sldLayoutId id="2147483854" r:id="rId2"/>
    <p:sldLayoutId id="2147483855" r:id="rId3"/>
    <p:sldLayoutId id="2147483856" r:id="rId4"/>
    <p:sldLayoutId id="2147483857" r:id="rId5"/>
    <p:sldLayoutId id="2147483858" r:id="rId6"/>
    <p:sldLayoutId id="2147483859" r:id="rId7"/>
    <p:sldLayoutId id="2147483860" r:id="rId8"/>
    <p:sldLayoutId id="2147483861" r:id="rId9"/>
    <p:sldLayoutId id="2147483862" r:id="rId10"/>
    <p:sldLayoutId id="2147483863" r:id="rId11"/>
  </p:sldLayoutIdLst>
  <p:hf hdr="0" ftr="0" dt="0"/>
  <p:txStyles>
    <p:titleStyle>
      <a:lvl1pPr algn="ctr" rtl="0" eaLnBrk="1" latinLnBrk="0" hangingPunct="1">
        <a:spcBef>
          <a:spcPct val="0"/>
        </a:spcBef>
        <a:buNone/>
        <a:defRPr kumimoji="0" sz="3300" kern="1200">
          <a:solidFill>
            <a:schemeClr val="accent3">
              <a:shade val="75000"/>
            </a:schemeClr>
          </a:solidFill>
          <a:latin typeface="+mj-lt"/>
          <a:ea typeface="+mj-ea"/>
          <a:cs typeface="+mj-cs"/>
        </a:defRPr>
      </a:lvl1pPr>
    </p:titleStyle>
    <p:bodyStyle>
      <a:lvl1pPr marL="274320" indent="-274320" algn="l" rtl="0" eaLnBrk="1" latinLnBrk="0" hangingPunct="1">
        <a:spcBef>
          <a:spcPct val="20000"/>
        </a:spcBef>
        <a:buClr>
          <a:schemeClr val="accent1"/>
        </a:buClr>
        <a:buSzPct val="85000"/>
        <a:buFont typeface="Wingdings 2"/>
        <a:buChar char=""/>
        <a:defRPr kumimoji="0" sz="2700" kern="1200">
          <a:solidFill>
            <a:schemeClr val="tx1"/>
          </a:solidFill>
          <a:latin typeface="+mn-lt"/>
          <a:ea typeface="+mn-ea"/>
          <a:cs typeface="+mn-cs"/>
        </a:defRPr>
      </a:lvl1pPr>
      <a:lvl2pPr marL="548640" indent="-274320" algn="l" rtl="0" eaLnBrk="1" latinLnBrk="0" hangingPunct="1">
        <a:spcBef>
          <a:spcPct val="20000"/>
        </a:spcBef>
        <a:buClr>
          <a:schemeClr val="accent2"/>
        </a:buClr>
        <a:buSzPct val="70000"/>
        <a:buFont typeface="Wingdings"/>
        <a:buChar char=""/>
        <a:defRPr kumimoji="0" sz="2200" kern="1200">
          <a:solidFill>
            <a:schemeClr val="tx2"/>
          </a:solidFill>
          <a:latin typeface="+mn-lt"/>
          <a:ea typeface="+mn-ea"/>
          <a:cs typeface="+mn-cs"/>
        </a:defRPr>
      </a:lvl2pPr>
      <a:lvl3pPr marL="822960" indent="-228600" algn="l" rtl="0" eaLnBrk="1" latinLnBrk="0" hangingPunct="1">
        <a:spcBef>
          <a:spcPct val="20000"/>
        </a:spcBef>
        <a:buClr>
          <a:schemeClr val="accent3"/>
        </a:buClr>
        <a:buSzPct val="7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ct val="20000"/>
        </a:spcBef>
        <a:buClr>
          <a:schemeClr val="accent4"/>
        </a:buClr>
        <a:buSzPct val="70000"/>
        <a:buFont typeface="Wingdings"/>
        <a:buChar char=""/>
        <a:defRPr kumimoji="0" sz="2000" kern="1200">
          <a:solidFill>
            <a:schemeClr val="tx2"/>
          </a:solidFill>
          <a:latin typeface="+mn-lt"/>
          <a:ea typeface="+mn-ea"/>
          <a:cs typeface="+mn-cs"/>
        </a:defRPr>
      </a:lvl4pPr>
      <a:lvl5pPr marL="1371600" indent="-228600" algn="l" rtl="0" eaLnBrk="1" latinLnBrk="0" hangingPunct="1">
        <a:spcBef>
          <a:spcPct val="20000"/>
        </a:spcBef>
        <a:buClr>
          <a:schemeClr val="accent5"/>
        </a:buClr>
        <a:buFontTx/>
        <a:buChar char="•"/>
        <a:defRPr kumimoji="0" sz="1800" kern="1200">
          <a:solidFill>
            <a:schemeClr val="tx1"/>
          </a:solidFill>
          <a:latin typeface="+mn-lt"/>
          <a:ea typeface="+mn-ea"/>
          <a:cs typeface="+mn-cs"/>
        </a:defRPr>
      </a:lvl5pPr>
      <a:lvl6pPr marL="1645920" indent="-182880" algn="l" rtl="0" eaLnBrk="1" latinLnBrk="0" hangingPunct="1">
        <a:spcBef>
          <a:spcPct val="20000"/>
        </a:spcBef>
        <a:buClr>
          <a:schemeClr val="accent6"/>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1">
            <a:shade val="75000"/>
          </a:schemeClr>
        </a:buClr>
        <a:buSzPct val="90000"/>
        <a:buChar char="•"/>
        <a:defRPr kumimoji="0" sz="1600" kern="1200" baseline="0">
          <a:solidFill>
            <a:schemeClr val="tx1"/>
          </a:solidFill>
          <a:latin typeface="+mn-lt"/>
          <a:ea typeface="+mn-ea"/>
          <a:cs typeface="+mn-cs"/>
        </a:defRPr>
      </a:lvl7pPr>
      <a:lvl8pPr marL="2103120" indent="-182880" algn="l" rtl="0" eaLnBrk="1" latinLnBrk="0" hangingPunct="1">
        <a:spcBef>
          <a:spcPct val="20000"/>
        </a:spcBef>
        <a:buClr>
          <a:schemeClr val="accent4">
            <a:shade val="75000"/>
          </a:schemeClr>
        </a:buClr>
        <a:buChar char="•"/>
        <a:defRPr kumimoji="0" sz="1600" kern="1200">
          <a:solidFill>
            <a:schemeClr val="tx1"/>
          </a:solidFill>
          <a:latin typeface="+mn-lt"/>
          <a:ea typeface="+mn-ea"/>
          <a:cs typeface="+mn-cs"/>
        </a:defRPr>
      </a:lvl8pPr>
      <a:lvl9pPr marL="2377440" indent="-182880" algn="l" rtl="0" eaLnBrk="1" latinLnBrk="0" hangingPunct="1">
        <a:spcBef>
          <a:spcPct val="20000"/>
        </a:spcBef>
        <a:buClr>
          <a:schemeClr val="accent2">
            <a:shade val="75000"/>
          </a:schemeClr>
        </a:buClr>
        <a:buSzPct val="90000"/>
        <a:buChar char="•"/>
        <a:defRPr kumimoji="0" sz="1400" kern="1200" cap="all"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hyperlink" Target="mailto:dev.20h18n@gmail.com"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p:txBody>
          <a:bodyPr>
            <a:normAutofit/>
          </a:bodyPr>
          <a:lstStyle/>
          <a:p>
            <a:r>
              <a:rPr dirty="0"/>
              <a:t>Presented by</a:t>
            </a:r>
            <a:r>
              <a:rPr dirty="0"/>
              <a:t>: </a:t>
            </a:r>
            <a:r>
              <a:rPr lang="en-US" dirty="0" smtClean="0"/>
              <a:t>DEVESH SHARMA</a:t>
            </a:r>
            <a:endParaRPr dirty="0"/>
          </a:p>
          <a:p>
            <a:endParaRPr dirty="0"/>
          </a:p>
          <a:p>
            <a:r>
              <a:rPr dirty="0" smtClean="0"/>
              <a:t>Date</a:t>
            </a:r>
            <a:r>
              <a:rPr lang="en-US" dirty="0" smtClean="0"/>
              <a:t> </a:t>
            </a:r>
            <a:r>
              <a:rPr lang="en-US" dirty="0" smtClean="0"/>
              <a:t>1</a:t>
            </a:r>
            <a:r>
              <a:rPr lang="en-US" dirty="0" smtClean="0"/>
              <a:t>/12/2025</a:t>
            </a:r>
            <a:endParaRPr dirty="0"/>
          </a:p>
        </p:txBody>
      </p:sp>
      <p:sp>
        <p:nvSpPr>
          <p:cNvPr id="2" name="Title 1"/>
          <p:cNvSpPr>
            <a:spLocks noGrp="1"/>
          </p:cNvSpPr>
          <p:nvPr>
            <p:ph type="ctrTitle"/>
          </p:nvPr>
        </p:nvSpPr>
        <p:spPr/>
        <p:txBody>
          <a:bodyPr>
            <a:normAutofit/>
          </a:bodyPr>
          <a:lstStyle/>
          <a:p>
            <a:r>
              <a:t>Automobile Price Prediction Web App using Flask</a:t>
            </a:r>
          </a:p>
        </p:txBody>
      </p:sp>
      <p:sp>
        <p:nvSpPr>
          <p:cNvPr id="8" name="Slide Number Placeholder 7"/>
          <p:cNvSpPr>
            <a:spLocks noGrp="1"/>
          </p:cNvSpPr>
          <p:nvPr>
            <p:ph type="sldNum" sz="quarter" idx="12"/>
          </p:nvPr>
        </p:nvSpPr>
        <p:spPr/>
        <p:txBody>
          <a:bodyPr/>
          <a:lstStyle/>
          <a:p>
            <a:fld id="{C1FF6DA9-008F-8B48-92A6-B652298478BF}" type="slidenum">
              <a:rPr lang="en-US" smtClean="0"/>
              <a:pPr/>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Introduction</a:t>
            </a:r>
          </a:p>
        </p:txBody>
      </p:sp>
      <p:sp>
        <p:nvSpPr>
          <p:cNvPr id="3" name="Content Placeholder 2"/>
          <p:cNvSpPr>
            <a:spLocks noGrp="1"/>
          </p:cNvSpPr>
          <p:nvPr>
            <p:ph sz="quarter" idx="1"/>
          </p:nvPr>
        </p:nvSpPr>
        <p:spPr/>
        <p:txBody>
          <a:bodyPr>
            <a:normAutofit/>
          </a:bodyPr>
          <a:lstStyle/>
          <a:p>
            <a:r>
              <a:t>This project involves developing an intelligent web application that predicts the prices of automobiles based on their specifications. With the increasing demand in the used car market, customers and dealers need a reliable tool to estimate a vehicle's price. Using machine learning techniques, we trained a model on historical automobile data and integrated it into a Flask-based web application for user-friendly interaction.</a:t>
            </a:r>
          </a:p>
        </p:txBody>
      </p:sp>
      <p:sp>
        <p:nvSpPr>
          <p:cNvPr id="9" name="Slide Number Placeholder 8"/>
          <p:cNvSpPr>
            <a:spLocks noGrp="1"/>
          </p:cNvSpPr>
          <p:nvPr>
            <p:ph type="sldNum" sz="quarter" idx="12"/>
          </p:nvPr>
        </p:nvSpPr>
        <p:spPr/>
        <p:txBody>
          <a:bodyPr/>
          <a:lstStyle/>
          <a:p>
            <a:fld id="{C1FF6DA9-008F-8B48-92A6-B652298478BF}" type="slidenum">
              <a:rPr lang="en-US" smtClean="0"/>
              <a:pPr/>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Problem Statement</a:t>
            </a:r>
          </a:p>
        </p:txBody>
      </p:sp>
      <p:sp>
        <p:nvSpPr>
          <p:cNvPr id="3" name="Content Placeholder 2"/>
          <p:cNvSpPr>
            <a:spLocks noGrp="1"/>
          </p:cNvSpPr>
          <p:nvPr>
            <p:ph sz="quarter" idx="1"/>
          </p:nvPr>
        </p:nvSpPr>
        <p:spPr/>
        <p:txBody>
          <a:bodyPr/>
          <a:lstStyle/>
          <a:p>
            <a:r>
              <a:t>Car buyers and sellers often face challenges in determining a fair price for vehicles. Manual price estimation can be inaccurate and inconsistent. Our goal is to build a system that automates price predictions using data-driven insights, reducing reliance on guesswork and enhancing decision-making.</a:t>
            </a:r>
          </a:p>
        </p:txBody>
      </p:sp>
      <p:sp>
        <p:nvSpPr>
          <p:cNvPr id="9" name="Slide Number Placeholder 8"/>
          <p:cNvSpPr>
            <a:spLocks noGrp="1"/>
          </p:cNvSpPr>
          <p:nvPr>
            <p:ph type="sldNum" sz="quarter" idx="12"/>
          </p:nvPr>
        </p:nvSpPr>
        <p:spPr/>
        <p:txBody>
          <a:bodyPr/>
          <a:lstStyle/>
          <a:p>
            <a:fld id="{C1FF6DA9-008F-8B48-92A6-B652298478BF}" type="slidenum">
              <a:rPr lang="en-US" smtClean="0"/>
              <a:pPr/>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Objectives</a:t>
            </a:r>
          </a:p>
        </p:txBody>
      </p:sp>
      <p:sp>
        <p:nvSpPr>
          <p:cNvPr id="3" name="Content Placeholder 2"/>
          <p:cNvSpPr>
            <a:spLocks noGrp="1"/>
          </p:cNvSpPr>
          <p:nvPr>
            <p:ph sz="quarter" idx="1"/>
          </p:nvPr>
        </p:nvSpPr>
        <p:spPr/>
        <p:txBody>
          <a:bodyPr/>
          <a:lstStyle/>
          <a:p>
            <a:r>
              <a:t>• Build a machine learning model to predict car prices</a:t>
            </a:r>
          </a:p>
          <a:p>
            <a:r>
              <a:t>• Integrate the model into a Flask web application</a:t>
            </a:r>
          </a:p>
          <a:p>
            <a:r>
              <a:t>• Design a user-friendly interface for input and output</a:t>
            </a:r>
          </a:p>
          <a:p>
            <a:r>
              <a:t>• Enable real-time predictions based on user data</a:t>
            </a:r>
          </a:p>
        </p:txBody>
      </p:sp>
      <p:sp>
        <p:nvSpPr>
          <p:cNvPr id="9" name="Slide Number Placeholder 8"/>
          <p:cNvSpPr>
            <a:spLocks noGrp="1"/>
          </p:cNvSpPr>
          <p:nvPr>
            <p:ph type="sldNum" sz="quarter" idx="12"/>
          </p:nvPr>
        </p:nvSpPr>
        <p:spPr/>
        <p:txBody>
          <a:bodyPr/>
          <a:lstStyle/>
          <a:p>
            <a:fld id="{C1FF6DA9-008F-8B48-92A6-B652298478BF}" type="slidenum">
              <a:rPr lang="en-US" smtClean="0"/>
              <a:pPr/>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Data Collection</a:t>
            </a:r>
          </a:p>
        </p:txBody>
      </p:sp>
      <p:sp>
        <p:nvSpPr>
          <p:cNvPr id="3" name="Content Placeholder 2"/>
          <p:cNvSpPr>
            <a:spLocks noGrp="1"/>
          </p:cNvSpPr>
          <p:nvPr>
            <p:ph sz="quarter" idx="1"/>
          </p:nvPr>
        </p:nvSpPr>
        <p:spPr/>
        <p:txBody>
          <a:bodyPr/>
          <a:lstStyle/>
          <a:p>
            <a:r>
              <a:t>The dataset was sourced from public automobile listings and Kaggle repositories. It includes thousands of rows detailing vehicle attributes and prices. Each entry represents a used car listing, providing valuable features for training the model.</a:t>
            </a:r>
          </a:p>
        </p:txBody>
      </p:sp>
      <p:sp>
        <p:nvSpPr>
          <p:cNvPr id="9" name="Slide Number Placeholder 8"/>
          <p:cNvSpPr>
            <a:spLocks noGrp="1"/>
          </p:cNvSpPr>
          <p:nvPr>
            <p:ph type="sldNum" sz="quarter" idx="12"/>
          </p:nvPr>
        </p:nvSpPr>
        <p:spPr/>
        <p:txBody>
          <a:bodyPr/>
          <a:lstStyle/>
          <a:p>
            <a:fld id="{C1FF6DA9-008F-8B48-92A6-B652298478BF}" type="slidenum">
              <a:rPr lang="en-US" smtClean="0"/>
              <a:pPr/>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Data Cleaning</a:t>
            </a:r>
          </a:p>
        </p:txBody>
      </p:sp>
      <p:sp>
        <p:nvSpPr>
          <p:cNvPr id="3" name="Content Placeholder 2"/>
          <p:cNvSpPr>
            <a:spLocks noGrp="1"/>
          </p:cNvSpPr>
          <p:nvPr>
            <p:ph sz="quarter" idx="1"/>
          </p:nvPr>
        </p:nvSpPr>
        <p:spPr/>
        <p:txBody>
          <a:bodyPr/>
          <a:lstStyle/>
          <a:p>
            <a:r>
              <a:t>Data cleaning involved removing null values, fixing inconsistent entries, dropping irrelevant columns, and addressing outliers. Duplicate records and unrealistic entries (e.g., mileage of 1,000,000 km) were filtered out to maintain data quality.</a:t>
            </a:r>
          </a:p>
        </p:txBody>
      </p:sp>
      <p:sp>
        <p:nvSpPr>
          <p:cNvPr id="9" name="Slide Number Placeholder 8"/>
          <p:cNvSpPr>
            <a:spLocks noGrp="1"/>
          </p:cNvSpPr>
          <p:nvPr>
            <p:ph type="sldNum" sz="quarter" idx="12"/>
          </p:nvPr>
        </p:nvSpPr>
        <p:spPr/>
        <p:txBody>
          <a:bodyPr/>
          <a:lstStyle/>
          <a:p>
            <a:fld id="{C1FF6DA9-008F-8B48-92A6-B652298478BF}" type="slidenum">
              <a:rPr lang="en-US" smtClean="0"/>
              <a:pPr/>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Feature Engineering</a:t>
            </a:r>
          </a:p>
        </p:txBody>
      </p:sp>
      <p:sp>
        <p:nvSpPr>
          <p:cNvPr id="3" name="Content Placeholder 2"/>
          <p:cNvSpPr>
            <a:spLocks noGrp="1"/>
          </p:cNvSpPr>
          <p:nvPr>
            <p:ph sz="quarter" idx="1"/>
          </p:nvPr>
        </p:nvSpPr>
        <p:spPr/>
        <p:txBody>
          <a:bodyPr/>
          <a:lstStyle/>
          <a:p>
            <a:r>
              <a:t>• Categorical features were encoded using one-hot encoding.</a:t>
            </a:r>
          </a:p>
          <a:p>
            <a:r>
              <a:t>• Engine displacement and age of the car were calculated.</a:t>
            </a:r>
          </a:p>
          <a:p>
            <a:r>
              <a:t>• Scaling techniques like MinMaxScaler were applied to normalize numeric features.</a:t>
            </a:r>
          </a:p>
          <a:p>
            <a:r>
              <a:t>This step enhances model performance and accuracy.</a:t>
            </a:r>
          </a:p>
        </p:txBody>
      </p:sp>
      <p:sp>
        <p:nvSpPr>
          <p:cNvPr id="9" name="Slide Number Placeholder 8"/>
          <p:cNvSpPr>
            <a:spLocks noGrp="1"/>
          </p:cNvSpPr>
          <p:nvPr>
            <p:ph type="sldNum" sz="quarter" idx="12"/>
          </p:nvPr>
        </p:nvSpPr>
        <p:spPr/>
        <p:txBody>
          <a:bodyPr/>
          <a:lstStyle/>
          <a:p>
            <a:fld id="{C1FF6DA9-008F-8B48-92A6-B652298478BF}" type="slidenum">
              <a:rPr lang="en-US" smtClean="0"/>
              <a:pPr/>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Model Training</a:t>
            </a:r>
          </a:p>
        </p:txBody>
      </p:sp>
      <p:sp>
        <p:nvSpPr>
          <p:cNvPr id="3" name="Content Placeholder 2"/>
          <p:cNvSpPr>
            <a:spLocks noGrp="1"/>
          </p:cNvSpPr>
          <p:nvPr>
            <p:ph sz="quarter" idx="1"/>
          </p:nvPr>
        </p:nvSpPr>
        <p:spPr/>
        <p:txBody>
          <a:bodyPr/>
          <a:lstStyle/>
          <a:p>
            <a:r>
              <a:t>The dataset was split into training (80%) and testing (20%) sets. Cross-validation and hyperparameter tuning were applied to maximize accuracy and reduce overfitting. The models were trained using Scikit-learn.</a:t>
            </a:r>
          </a:p>
        </p:txBody>
      </p:sp>
      <p:sp>
        <p:nvSpPr>
          <p:cNvPr id="9" name="Slide Number Placeholder 8"/>
          <p:cNvSpPr>
            <a:spLocks noGrp="1"/>
          </p:cNvSpPr>
          <p:nvPr>
            <p:ph type="sldNum" sz="quarter" idx="12"/>
          </p:nvPr>
        </p:nvSpPr>
        <p:spPr/>
        <p:txBody>
          <a:bodyPr/>
          <a:lstStyle/>
          <a:p>
            <a:fld id="{C1FF6DA9-008F-8B48-92A6-B652298478BF}" type="slidenum">
              <a:rPr lang="en-US" smtClean="0"/>
              <a:pPr/>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Introduction to Flask</a:t>
            </a:r>
          </a:p>
        </p:txBody>
      </p:sp>
      <p:sp>
        <p:nvSpPr>
          <p:cNvPr id="3" name="Content Placeholder 2"/>
          <p:cNvSpPr>
            <a:spLocks noGrp="1"/>
          </p:cNvSpPr>
          <p:nvPr>
            <p:ph sz="quarter" idx="1"/>
          </p:nvPr>
        </p:nvSpPr>
        <p:spPr/>
        <p:txBody>
          <a:bodyPr/>
          <a:lstStyle/>
          <a:p>
            <a:r>
              <a:t>Flask is a lightweight Python web framework that enables easy deployment of machine learning models. It provides routing, templating, and request handling features, ideal for small web apps.</a:t>
            </a:r>
          </a:p>
        </p:txBody>
      </p:sp>
      <p:sp>
        <p:nvSpPr>
          <p:cNvPr id="9" name="Slide Number Placeholder 8"/>
          <p:cNvSpPr>
            <a:spLocks noGrp="1"/>
          </p:cNvSpPr>
          <p:nvPr>
            <p:ph type="sldNum" sz="quarter" idx="12"/>
          </p:nvPr>
        </p:nvSpPr>
        <p:spPr/>
        <p:txBody>
          <a:bodyPr/>
          <a:lstStyle/>
          <a:p>
            <a:fld id="{C1FF6DA9-008F-8B48-92A6-B652298478BF}" type="slidenum">
              <a:rPr lang="en-US" smtClean="0"/>
              <a:pPr/>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Flask Project Structure</a:t>
            </a:r>
          </a:p>
        </p:txBody>
      </p:sp>
      <p:sp>
        <p:nvSpPr>
          <p:cNvPr id="3" name="Content Placeholder 2"/>
          <p:cNvSpPr>
            <a:spLocks noGrp="1"/>
          </p:cNvSpPr>
          <p:nvPr>
            <p:ph sz="quarter" idx="1"/>
          </p:nvPr>
        </p:nvSpPr>
        <p:spPr/>
        <p:txBody>
          <a:bodyPr/>
          <a:lstStyle/>
          <a:p>
            <a:r>
              <a:t>• app.py – main script</a:t>
            </a:r>
          </a:p>
          <a:p>
            <a:r>
              <a:t>• templates/ – HTML templates</a:t>
            </a:r>
          </a:p>
          <a:p>
            <a:r>
              <a:t>• static/ – CSS and JS files</a:t>
            </a:r>
          </a:p>
          <a:p>
            <a:r>
              <a:t>• model.pkl – serialized ML model</a:t>
            </a:r>
          </a:p>
          <a:p>
            <a:r>
              <a:t>This structure keeps the app modular and organized.</a:t>
            </a:r>
          </a:p>
        </p:txBody>
      </p:sp>
      <p:sp>
        <p:nvSpPr>
          <p:cNvPr id="9" name="Slide Number Placeholder 8"/>
          <p:cNvSpPr>
            <a:spLocks noGrp="1"/>
          </p:cNvSpPr>
          <p:nvPr>
            <p:ph type="sldNum" sz="quarter" idx="12"/>
          </p:nvPr>
        </p:nvSpPr>
        <p:spPr/>
        <p:txBody>
          <a:bodyPr/>
          <a:lstStyle/>
          <a:p>
            <a:fld id="{C1FF6DA9-008F-8B48-92A6-B652298478BF}" type="slidenum">
              <a:rPr lang="en-US" smtClean="0"/>
              <a:pPr/>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Model Integration</a:t>
            </a:r>
          </a:p>
        </p:txBody>
      </p:sp>
      <p:sp>
        <p:nvSpPr>
          <p:cNvPr id="3" name="Content Placeholder 2"/>
          <p:cNvSpPr>
            <a:spLocks noGrp="1"/>
          </p:cNvSpPr>
          <p:nvPr>
            <p:ph sz="quarter" idx="1"/>
          </p:nvPr>
        </p:nvSpPr>
        <p:spPr/>
        <p:txBody>
          <a:bodyPr/>
          <a:lstStyle/>
          <a:p>
            <a:r>
              <a:t>The trained model was loaded in `app.py` using joblib. On form submission, user input is processed, passed to the model, and the predicted price is rendered on the output page.</a:t>
            </a:r>
          </a:p>
        </p:txBody>
      </p:sp>
      <p:sp>
        <p:nvSpPr>
          <p:cNvPr id="9" name="Slide Number Placeholder 8"/>
          <p:cNvSpPr>
            <a:spLocks noGrp="1"/>
          </p:cNvSpPr>
          <p:nvPr>
            <p:ph type="sldNum" sz="quarter" idx="12"/>
          </p:nvPr>
        </p:nvSpPr>
        <p:spPr/>
        <p:txBody>
          <a:bodyPr/>
          <a:lstStyle/>
          <a:p>
            <a:fld id="{C1FF6DA9-008F-8B48-92A6-B652298478BF}" type="slidenum">
              <a:rPr lang="en-US" smtClean="0"/>
              <a:pPr/>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Backend Logic</a:t>
            </a:r>
          </a:p>
        </p:txBody>
      </p:sp>
      <p:sp>
        <p:nvSpPr>
          <p:cNvPr id="3" name="Content Placeholder 2"/>
          <p:cNvSpPr>
            <a:spLocks noGrp="1"/>
          </p:cNvSpPr>
          <p:nvPr>
            <p:ph sz="quarter" idx="1"/>
          </p:nvPr>
        </p:nvSpPr>
        <p:spPr/>
        <p:txBody>
          <a:bodyPr/>
          <a:lstStyle/>
          <a:p>
            <a:r>
              <a:t>Upon submission, Flask collects the form data, converts it to a feature array, and passes it to the model. The predicted price is then returned and shown on the web page.</a:t>
            </a:r>
          </a:p>
        </p:txBody>
      </p:sp>
      <p:sp>
        <p:nvSpPr>
          <p:cNvPr id="9" name="Slide Number Placeholder 8"/>
          <p:cNvSpPr>
            <a:spLocks noGrp="1"/>
          </p:cNvSpPr>
          <p:nvPr>
            <p:ph type="sldNum" sz="quarter" idx="12"/>
          </p:nvPr>
        </p:nvSpPr>
        <p:spPr/>
        <p:txBody>
          <a:bodyPr/>
          <a:lstStyle/>
          <a:p>
            <a:fld id="{C1FF6DA9-008F-8B48-92A6-B652298478BF}" type="slidenum">
              <a:rPr lang="en-US" smtClean="0"/>
              <a:pPr/>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Output Display</a:t>
            </a:r>
          </a:p>
        </p:txBody>
      </p:sp>
      <p:sp>
        <p:nvSpPr>
          <p:cNvPr id="3" name="Content Placeholder 2"/>
          <p:cNvSpPr>
            <a:spLocks noGrp="1"/>
          </p:cNvSpPr>
          <p:nvPr>
            <p:ph sz="quarter" idx="1"/>
          </p:nvPr>
        </p:nvSpPr>
        <p:spPr/>
        <p:txBody>
          <a:bodyPr/>
          <a:lstStyle/>
          <a:p>
            <a:r>
              <a:t>The result page shows the estimated price along with a summary of user input. It includes alerts for missing or invalid entries and enhances UX with real-time feedback.</a:t>
            </a:r>
          </a:p>
        </p:txBody>
      </p:sp>
      <p:sp>
        <p:nvSpPr>
          <p:cNvPr id="9" name="Slide Number Placeholder 8"/>
          <p:cNvSpPr>
            <a:spLocks noGrp="1"/>
          </p:cNvSpPr>
          <p:nvPr>
            <p:ph type="sldNum" sz="quarter" idx="12"/>
          </p:nvPr>
        </p:nvSpPr>
        <p:spPr/>
        <p:txBody>
          <a:bodyPr/>
          <a:lstStyle/>
          <a:p>
            <a:fld id="{C1FF6DA9-008F-8B48-92A6-B652298478BF}" type="slidenum">
              <a:rPr lang="en-US" smtClean="0"/>
              <a:pPr/>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Testing</a:t>
            </a:r>
          </a:p>
        </p:txBody>
      </p:sp>
      <p:sp>
        <p:nvSpPr>
          <p:cNvPr id="3" name="Content Placeholder 2"/>
          <p:cNvSpPr>
            <a:spLocks noGrp="1"/>
          </p:cNvSpPr>
          <p:nvPr>
            <p:ph sz="quarter" idx="1"/>
          </p:nvPr>
        </p:nvSpPr>
        <p:spPr/>
        <p:txBody>
          <a:bodyPr/>
          <a:lstStyle/>
          <a:p>
            <a:r>
              <a:t>Unit tests were written to verify form validation and model response. Manual testing was conducted for various input combinations. Edge cases were handled gracefully in the app.</a:t>
            </a:r>
          </a:p>
        </p:txBody>
      </p:sp>
      <p:sp>
        <p:nvSpPr>
          <p:cNvPr id="9" name="Slide Number Placeholder 8"/>
          <p:cNvSpPr>
            <a:spLocks noGrp="1"/>
          </p:cNvSpPr>
          <p:nvPr>
            <p:ph type="sldNum" sz="quarter" idx="12"/>
          </p:nvPr>
        </p:nvSpPr>
        <p:spPr/>
        <p:txBody>
          <a:bodyPr/>
          <a:lstStyle/>
          <a:p>
            <a:fld id="{C1FF6DA9-008F-8B48-92A6-B652298478BF}" type="slidenum">
              <a:rPr lang="en-US" smtClean="0"/>
              <a:pPr/>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Results Summary</a:t>
            </a:r>
          </a:p>
        </p:txBody>
      </p:sp>
      <p:sp>
        <p:nvSpPr>
          <p:cNvPr id="3" name="Content Placeholder 2"/>
          <p:cNvSpPr>
            <a:spLocks noGrp="1"/>
          </p:cNvSpPr>
          <p:nvPr>
            <p:ph sz="quarter" idx="1"/>
          </p:nvPr>
        </p:nvSpPr>
        <p:spPr/>
        <p:txBody>
          <a:bodyPr/>
          <a:lstStyle/>
          <a:p>
            <a:r>
              <a:t>• Achieved over 90% accuracy</a:t>
            </a:r>
          </a:p>
          <a:p>
            <a:r>
              <a:t>• Reduced price estimation time to seconds</a:t>
            </a:r>
          </a:p>
          <a:p>
            <a:r>
              <a:t>• Delivered user-friendly web interface</a:t>
            </a:r>
          </a:p>
          <a:p>
            <a:r>
              <a:t>• Successful cloud deployment accessible on any browser</a:t>
            </a:r>
          </a:p>
        </p:txBody>
      </p:sp>
      <p:sp>
        <p:nvSpPr>
          <p:cNvPr id="9" name="Slide Number Placeholder 8"/>
          <p:cNvSpPr>
            <a:spLocks noGrp="1"/>
          </p:cNvSpPr>
          <p:nvPr>
            <p:ph type="sldNum" sz="quarter" idx="12"/>
          </p:nvPr>
        </p:nvSpPr>
        <p:spPr/>
        <p:txBody>
          <a:bodyPr/>
          <a:lstStyle/>
          <a:p>
            <a:fld id="{C1FF6DA9-008F-8B48-92A6-B652298478BF}" type="slidenum">
              <a:rPr lang="en-US" smtClean="0"/>
              <a:pPr/>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Use Cases</a:t>
            </a:r>
          </a:p>
        </p:txBody>
      </p:sp>
      <p:sp>
        <p:nvSpPr>
          <p:cNvPr id="3" name="Content Placeholder 2"/>
          <p:cNvSpPr>
            <a:spLocks noGrp="1"/>
          </p:cNvSpPr>
          <p:nvPr>
            <p:ph sz="quarter" idx="1"/>
          </p:nvPr>
        </p:nvSpPr>
        <p:spPr/>
        <p:txBody>
          <a:bodyPr/>
          <a:lstStyle/>
          <a:p>
            <a:r>
              <a:rPr dirty="0"/>
              <a:t>• Used car dealerships</a:t>
            </a:r>
          </a:p>
          <a:p>
            <a:r>
              <a:rPr dirty="0"/>
              <a:t>• Online car marketplaces</a:t>
            </a:r>
          </a:p>
          <a:p>
            <a:r>
              <a:rPr dirty="0"/>
              <a:t>• Individual buyers/sellers</a:t>
            </a:r>
          </a:p>
          <a:p>
            <a:r>
              <a:rPr dirty="0"/>
              <a:t>• Finance companies for asset valuation</a:t>
            </a:r>
          </a:p>
        </p:txBody>
      </p:sp>
      <p:sp>
        <p:nvSpPr>
          <p:cNvPr id="9" name="Slide Number Placeholder 8"/>
          <p:cNvSpPr>
            <a:spLocks noGrp="1"/>
          </p:cNvSpPr>
          <p:nvPr>
            <p:ph type="sldNum" sz="quarter" idx="12"/>
          </p:nvPr>
        </p:nvSpPr>
        <p:spPr/>
        <p:txBody>
          <a:bodyPr/>
          <a:lstStyle/>
          <a:p>
            <a:r>
              <a:rPr lang="en-US" dirty="0" smtClean="0"/>
              <a:t>16</a:t>
            </a:r>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Conclusion</a:t>
            </a:r>
          </a:p>
        </p:txBody>
      </p:sp>
      <p:sp>
        <p:nvSpPr>
          <p:cNvPr id="3" name="Content Placeholder 2"/>
          <p:cNvSpPr>
            <a:spLocks noGrp="1"/>
          </p:cNvSpPr>
          <p:nvPr>
            <p:ph sz="quarter" idx="1"/>
          </p:nvPr>
        </p:nvSpPr>
        <p:spPr/>
        <p:txBody>
          <a:bodyPr/>
          <a:lstStyle/>
          <a:p>
            <a:r>
              <a:t>The Flask-based automobile price predictor is a practical and efficient tool. It leverages machine learning and web development to solve a real-world problem with accuracy and accessibility.</a:t>
            </a:r>
          </a:p>
        </p:txBody>
      </p:sp>
      <p:sp>
        <p:nvSpPr>
          <p:cNvPr id="9" name="Slide Number Placeholder 8"/>
          <p:cNvSpPr>
            <a:spLocks noGrp="1"/>
          </p:cNvSpPr>
          <p:nvPr>
            <p:ph type="sldNum" sz="quarter" idx="12"/>
          </p:nvPr>
        </p:nvSpPr>
        <p:spPr/>
        <p:txBody>
          <a:bodyPr/>
          <a:lstStyle/>
          <a:p>
            <a:fld id="{C1FF6DA9-008F-8B48-92A6-B652298478BF}" type="slidenum">
              <a:rPr lang="en-US" smtClean="0"/>
              <a:pPr/>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Q&amp;A / Thank You</a:t>
            </a:r>
          </a:p>
        </p:txBody>
      </p:sp>
      <p:sp>
        <p:nvSpPr>
          <p:cNvPr id="3" name="Content Placeholder 2"/>
          <p:cNvSpPr>
            <a:spLocks noGrp="1"/>
          </p:cNvSpPr>
          <p:nvPr>
            <p:ph sz="quarter" idx="1"/>
          </p:nvPr>
        </p:nvSpPr>
        <p:spPr/>
        <p:txBody>
          <a:bodyPr/>
          <a:lstStyle/>
          <a:p>
            <a:r>
              <a:rPr dirty="0"/>
              <a:t>Thank you for your time and attention.</a:t>
            </a:r>
          </a:p>
          <a:p>
            <a:r>
              <a:rPr dirty="0"/>
              <a:t>Questions are welcome!</a:t>
            </a:r>
          </a:p>
          <a:p>
            <a:r>
              <a:rPr dirty="0"/>
              <a:t>Contact</a:t>
            </a:r>
            <a:r>
              <a:rPr dirty="0"/>
              <a:t>: </a:t>
            </a:r>
            <a:r>
              <a:rPr lang="en-US" dirty="0" smtClean="0">
                <a:hlinkClick r:id="rId2"/>
              </a:rPr>
              <a:t>dev.20h18n@gmail.com</a:t>
            </a:r>
            <a:endParaRPr lang="en-US" dirty="0" smtClean="0"/>
          </a:p>
          <a:p>
            <a:endParaRPr dirty="0"/>
          </a:p>
        </p:txBody>
      </p:sp>
      <p:sp>
        <p:nvSpPr>
          <p:cNvPr id="9" name="Slide Number Placeholder 8"/>
          <p:cNvSpPr>
            <a:spLocks noGrp="1"/>
          </p:cNvSpPr>
          <p:nvPr>
            <p:ph type="sldNum" sz="quarter" idx="12"/>
          </p:nvPr>
        </p:nvSpPr>
        <p:spPr/>
        <p:txBody>
          <a:bodyPr/>
          <a:lstStyle/>
          <a:p>
            <a:fld id="{C1FF6DA9-008F-8B48-92A6-B652298478BF}" type="slidenum">
              <a:rPr lang="en-US" smtClean="0"/>
              <a:pPr/>
              <a:t>18</a:t>
            </a:fld>
            <a:endParaRPr lang="en-US"/>
          </a:p>
        </p:txBody>
      </p:sp>
    </p:spTree>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Civic">
  <a:themeElements>
    <a:clrScheme name="Civic">
      <a:dk1>
        <a:sysClr val="windowText" lastClr="000000"/>
      </a:dk1>
      <a:lt1>
        <a:sysClr val="window" lastClr="FFFFFF"/>
      </a:lt1>
      <a:dk2>
        <a:srgbClr val="646B86"/>
      </a:dk2>
      <a:lt2>
        <a:srgbClr val="C5D1D7"/>
      </a:lt2>
      <a:accent1>
        <a:srgbClr val="D16349"/>
      </a:accent1>
      <a:accent2>
        <a:srgbClr val="CCB400"/>
      </a:accent2>
      <a:accent3>
        <a:srgbClr val="8CADAE"/>
      </a:accent3>
      <a:accent4>
        <a:srgbClr val="8C7B70"/>
      </a:accent4>
      <a:accent5>
        <a:srgbClr val="8FB08C"/>
      </a:accent5>
      <a:accent6>
        <a:srgbClr val="D19049"/>
      </a:accent6>
      <a:hlink>
        <a:srgbClr val="00A3D6"/>
      </a:hlink>
      <a:folHlink>
        <a:srgbClr val="694F07"/>
      </a:folHlink>
    </a:clrScheme>
    <a:fontScheme name="Civic">
      <a:majorFont>
        <a:latin typeface="Georgia"/>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Georgia"/>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Civic">
      <a:fillStyleLst>
        <a:solidFill>
          <a:schemeClr val="phClr"/>
        </a:solidFill>
        <a:solidFill>
          <a:schemeClr val="phClr">
            <a:tint val="45000"/>
          </a:schemeClr>
        </a:solidFill>
        <a:solidFill>
          <a:schemeClr val="phClr">
            <a:tint val="95000"/>
          </a:schemeClr>
        </a:solidFill>
      </a:fillStyleLst>
      <a:lnStyleLst>
        <a:ln w="9525" cap="flat" cmpd="sng" algn="ctr">
          <a:solidFill>
            <a:schemeClr val="phClr"/>
          </a:solidFill>
          <a:prstDash val="solid"/>
        </a:ln>
        <a:ln w="11429" cap="flat" cmpd="sng" algn="ctr">
          <a:solidFill>
            <a:schemeClr val="phClr"/>
          </a:solidFill>
          <a:prstDash val="sysDash"/>
        </a:ln>
        <a:ln w="20000" cap="flat" cmpd="sng" algn="ctr">
          <a:solidFill>
            <a:schemeClr val="phClr"/>
          </a:solidFill>
          <a:prstDash val="solid"/>
        </a:ln>
      </a:lnStyleLst>
      <a:effectStyleLst>
        <a:effectStyle>
          <a:effectLst>
            <a:outerShdw blurRad="50800" dist="25400" dir="5400000" rotWithShape="0">
              <a:srgbClr val="000000">
                <a:alpha val="3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threePt" dir="t">
              <a:rot lat="0" lon="0" rev="0"/>
            </a:lightRig>
          </a:scene3d>
          <a:sp3d contourW="9525" prstMaterial="matte">
            <a:bevelT w="0" h="0"/>
            <a:contourClr>
              <a:schemeClr val="phClr">
                <a:shade val="70000"/>
                <a:satMod val="105000"/>
              </a:schemeClr>
            </a:contourClr>
          </a:sp3d>
        </a:effectStyle>
        <a:effectStyle>
          <a:effectLst>
            <a:outerShdw blurRad="50800" dist="25400" dir="5400000" rotWithShape="0">
              <a:srgbClr val="000000">
                <a:alpha val="45000"/>
              </a:srgbClr>
            </a:outerShdw>
          </a:effectLst>
          <a:scene3d>
            <a:camera prst="orthographicFront" fov="0">
              <a:rot lat="0" lon="0" rev="0"/>
            </a:camera>
            <a:lightRig rig="soft" dir="b">
              <a:rot lat="0" lon="0" rev="0"/>
            </a:lightRig>
          </a:scene3d>
          <a:sp3d prstMaterial="dkEdge">
            <a:bevelT w="63500" h="63500" prst="cross"/>
            <a:contourClr>
              <a:schemeClr val="phClr"/>
            </a:contourClr>
          </a:sp3d>
        </a:effectStyle>
      </a:effectStyleLst>
      <a:bgFillStyleLst>
        <a:solidFill>
          <a:schemeClr val="phClr"/>
        </a:solidFill>
        <a:blipFill>
          <a:blip xmlns:r="http://schemas.openxmlformats.org/officeDocument/2006/relationships" r:embed="rId1">
            <a:duotone>
              <a:schemeClr val="phClr">
                <a:shade val="70000"/>
                <a:satMod val="115000"/>
              </a:schemeClr>
              <a:schemeClr val="phClr">
                <a:tint val="85000"/>
              </a:schemeClr>
            </a:duotone>
          </a:blip>
          <a:tile tx="0" ty="0" sx="85000" sy="85000" flip="none" algn="tl"/>
        </a:blipFill>
        <a:blipFill>
          <a:blip xmlns:r="http://schemas.openxmlformats.org/officeDocument/2006/relationships" r:embed="rId2">
            <a:duotone>
              <a:schemeClr val="phClr">
                <a:shade val="65000"/>
                <a:satMod val="115000"/>
              </a:schemeClr>
              <a:schemeClr val="phClr">
                <a:tint val="85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Civic</Template>
  <TotalTime>31</TotalTime>
  <Words>664</Words>
  <Application>Microsoft Office PowerPoint</Application>
  <PresentationFormat>On-screen Show (4:3)</PresentationFormat>
  <Paragraphs>80</Paragraphs>
  <Slides>18</Slides>
  <Notes>3</Notes>
  <HiddenSlides>0</HiddenSlides>
  <MMClips>0</MMClips>
  <ScaleCrop>false</ScaleCrop>
  <HeadingPairs>
    <vt:vector size="4" baseType="variant">
      <vt:variant>
        <vt:lpstr>Theme</vt:lpstr>
      </vt:variant>
      <vt:variant>
        <vt:i4>1</vt:i4>
      </vt:variant>
      <vt:variant>
        <vt:lpstr>Slide Titles</vt:lpstr>
      </vt:variant>
      <vt:variant>
        <vt:i4>18</vt:i4>
      </vt:variant>
    </vt:vector>
  </HeadingPairs>
  <TitlesOfParts>
    <vt:vector size="19" baseType="lpstr">
      <vt:lpstr>Civic</vt:lpstr>
      <vt:lpstr>Automobile Price Prediction Web App using Flask</vt:lpstr>
      <vt:lpstr>Introduction</vt:lpstr>
      <vt:lpstr>Problem Statement</vt:lpstr>
      <vt:lpstr>Objectives</vt:lpstr>
      <vt:lpstr>Data Collection</vt:lpstr>
      <vt:lpstr>Data Cleaning</vt:lpstr>
      <vt:lpstr>Feature Engineering</vt:lpstr>
      <vt:lpstr>Model Training</vt:lpstr>
      <vt:lpstr>Introduction to Flask</vt:lpstr>
      <vt:lpstr>Flask Project Structure</vt:lpstr>
      <vt:lpstr>Model Integration</vt:lpstr>
      <vt:lpstr>Backend Logic</vt:lpstr>
      <vt:lpstr>Output Display</vt:lpstr>
      <vt:lpstr>Testing</vt:lpstr>
      <vt:lpstr>Results Summary</vt:lpstr>
      <vt:lpstr>Use Cases</vt:lpstr>
      <vt:lpstr>Conclusion</vt:lpstr>
      <vt:lpstr>Q&amp;A / Thank You</vt:lpstr>
    </vt:vector>
  </TitlesOfParts>
  <LinksUpToDate>false</LinksUpToDate>
  <SharedDoc>false</SharedDoc>
  <HyperlinkBase/>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Automobile Price Prediction Web App using Flask</dc:title>
  <dc:creator>user</dc:creator>
  <dc:description>generated using python-pptx</dc:description>
  <cp:lastModifiedBy>user</cp:lastModifiedBy>
  <cp:revision>9</cp:revision>
  <dcterms:created xsi:type="dcterms:W3CDTF">2013-01-27T09:14:16Z</dcterms:created>
  <dcterms:modified xsi:type="dcterms:W3CDTF">2025-12-01T04:27:05Z</dcterms:modified>
</cp:coreProperties>
</file>